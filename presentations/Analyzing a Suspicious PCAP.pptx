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5" r:id="rId4"/>
  </p:sldMasterIdLst>
  <p:notesMasterIdLst>
    <p:notesMasterId r:id="rId5"/>
  </p:notesMasterIdLst>
  <p:sldIdLst>
    <p:sldId id="256" r:id="rId6"/>
    <p:sldId id="257" r:id="rId7"/>
    <p:sldId id="258" r:id="rId8"/>
    <p:sldId id="259" r:id="rId9"/>
    <p:sldId id="260" r:id="rId10"/>
  </p:sldIdLst>
  <p:sldSz cy="5143500" cx="9144000"/>
  <p:notesSz cx="6858000" cy="9144000"/>
  <p:embeddedFontLst>
    <p:embeddedFont>
      <p:font typeface="Barlow ExtraLight"/>
      <p:regular r:id="rId11"/>
      <p:bold r:id="rId12"/>
      <p:italic r:id="rId13"/>
      <p:boldItalic r:id="rId14"/>
    </p:embeddedFont>
    <p:embeddedFont>
      <p:font typeface="Hepta Slab Medium"/>
      <p:regular r:id="rId15"/>
      <p:bold r:id="rId16"/>
    </p:embeddedFont>
    <p:embeddedFont>
      <p:font typeface="Hepta Slab Light"/>
      <p:regular r:id="rId17"/>
      <p:bold r:id="rId18"/>
    </p:embeddedFont>
    <p:embeddedFont>
      <p:font typeface="Hepta Slab"/>
      <p:regular r:id="rId19"/>
      <p:bold r:id="rId20"/>
    </p:embeddedFont>
    <p:embeddedFont>
      <p:font typeface="Inter"/>
      <p:regular r:id="rId21"/>
      <p:bold r:id="rId22"/>
      <p:italic r:id="rId23"/>
      <p:boldItalic r:id="rId24"/>
    </p:embeddedFont>
    <p:embeddedFont>
      <p:font typeface="Barlow Medium"/>
      <p:regular r:id="rId25"/>
      <p:bold r:id="rId26"/>
      <p:italic r:id="rId27"/>
      <p:boldItalic r:id="rId28"/>
    </p:embeddedFont>
    <p:embeddedFont>
      <p:font typeface="Barlow Light"/>
      <p:regular r:id="rId29"/>
      <p:bold r:id="rId30"/>
      <p:italic r:id="rId31"/>
      <p:boldItalic r:id="rId32"/>
    </p:embeddedFont>
    <p:embeddedFont>
      <p:font typeface="Barlow"/>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HeptaSlab-bold.fntdata"/><Relationship Id="rId22" Type="http://schemas.openxmlformats.org/officeDocument/2006/relationships/font" Target="fonts/Inter-bold.fntdata"/><Relationship Id="rId21" Type="http://schemas.openxmlformats.org/officeDocument/2006/relationships/font" Target="fonts/Inter-regular.fntdata"/><Relationship Id="rId24" Type="http://schemas.openxmlformats.org/officeDocument/2006/relationships/font" Target="fonts/Inter-boldItalic.fntdata"/><Relationship Id="rId23" Type="http://schemas.openxmlformats.org/officeDocument/2006/relationships/font" Target="fonts/Inter-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BarlowMedium-bold.fntdata"/><Relationship Id="rId25" Type="http://schemas.openxmlformats.org/officeDocument/2006/relationships/font" Target="fonts/BarlowMedium-regular.fntdata"/><Relationship Id="rId28" Type="http://schemas.openxmlformats.org/officeDocument/2006/relationships/font" Target="fonts/BarlowMedium-boldItalic.fntdata"/><Relationship Id="rId27" Type="http://schemas.openxmlformats.org/officeDocument/2006/relationships/font" Target="fonts/BarlowMedium-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BarlowLight-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BarlowLight-italic.fntdata"/><Relationship Id="rId30" Type="http://schemas.openxmlformats.org/officeDocument/2006/relationships/font" Target="fonts/BarlowLight-bold.fntdata"/><Relationship Id="rId11" Type="http://schemas.openxmlformats.org/officeDocument/2006/relationships/font" Target="fonts/BarlowExtraLight-regular.fntdata"/><Relationship Id="rId33" Type="http://schemas.openxmlformats.org/officeDocument/2006/relationships/font" Target="fonts/Barlow-regular.fntdata"/><Relationship Id="rId10" Type="http://schemas.openxmlformats.org/officeDocument/2006/relationships/slide" Target="slides/slide5.xml"/><Relationship Id="rId32" Type="http://schemas.openxmlformats.org/officeDocument/2006/relationships/font" Target="fonts/BarlowLight-boldItalic.fntdata"/><Relationship Id="rId13" Type="http://schemas.openxmlformats.org/officeDocument/2006/relationships/font" Target="fonts/BarlowExtraLight-italic.fntdata"/><Relationship Id="rId35" Type="http://schemas.openxmlformats.org/officeDocument/2006/relationships/font" Target="fonts/Barlow-italic.fntdata"/><Relationship Id="rId12" Type="http://schemas.openxmlformats.org/officeDocument/2006/relationships/font" Target="fonts/BarlowExtraLight-bold.fntdata"/><Relationship Id="rId34" Type="http://schemas.openxmlformats.org/officeDocument/2006/relationships/font" Target="fonts/Barlow-bold.fntdata"/><Relationship Id="rId15" Type="http://schemas.openxmlformats.org/officeDocument/2006/relationships/font" Target="fonts/HeptaSlabMedium-regular.fntdata"/><Relationship Id="rId14" Type="http://schemas.openxmlformats.org/officeDocument/2006/relationships/font" Target="fonts/BarlowExtraLight-boldItalic.fntdata"/><Relationship Id="rId36" Type="http://schemas.openxmlformats.org/officeDocument/2006/relationships/font" Target="fonts/Barlow-boldItalic.fntdata"/><Relationship Id="rId17" Type="http://schemas.openxmlformats.org/officeDocument/2006/relationships/font" Target="fonts/HeptaSlabLight-regular.fntdata"/><Relationship Id="rId16" Type="http://schemas.openxmlformats.org/officeDocument/2006/relationships/font" Target="fonts/HeptaSlabMedium-bold.fntdata"/><Relationship Id="rId19" Type="http://schemas.openxmlformats.org/officeDocument/2006/relationships/font" Target="fonts/HeptaSlab-regular.fntdata"/><Relationship Id="rId18" Type="http://schemas.openxmlformats.org/officeDocument/2006/relationships/font" Target="fonts/HeptaSlabLight-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fb88c07955_0_14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fb88c07955_0_14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h4ebaf733a62a8311_3_0: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9" name="Google Shape;339;h4ebaf733a62a8311_3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case study shows how packet analysis can be used to investigate an escalated security alert.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 analyst at Meridian Trust Bank received a full day of PCAP data from a branch network segment. That means the analyst potentially has a large amount of network activity to work through.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Instead of immediately searching randomly through individual packets, the investigation follows a structured process. First, the analyst needs to understand the capture itself. Then they can narrow the traffic around the alert. Finally, they can use the resulting packet evidence to determine what actually happened.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this case demonstrates an important PCAP-analysis workflow: orient first, filter toward the alert, and then reach a conclusion based on the underlying network evidence.</a:t>
            </a:r>
            <a:endParaRPr/>
          </a:p>
        </p:txBody>
      </p:sp>
      <p:sp>
        <p:nvSpPr>
          <p:cNvPr id="340" name="Google Shape;340;h4ebaf733a62a8311_3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h4ebaf733a62a8311_3_25: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9" name="Google Shape;359;h4ebaf733a62a8311_3_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first stage is orienting ourselves within the packet capture.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Before applying any specific filters, the analyst first confirms the capture's time range and the systems involved. The timeframe matters because we need to make sure the PCAP actually includes the period associated with our alert.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analyst also identifies the systems represented in the traffic. That provides basic context about which devices are communicating and whether the workstation involved in the alert appears in the capture.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Together, these steps establish the scope of the investigation. Filtering should come after we understand our evidence, otherwise we could spend time looking at the wrong system, wrong timeframe, or wrong part of the capture.</a:t>
            </a:r>
            <a:endParaRPr/>
          </a:p>
        </p:txBody>
      </p:sp>
      <p:sp>
        <p:nvSpPr>
          <p:cNvPr id="360" name="Google Shape;360;h4ebaf733a62a8311_3_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h4ebaf733a62a8311_3_44: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9" name="Google Shape;379;h4ebaf733a62a8311_3_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Now we move from understanding the PCAP to filtering toward the alert.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analyst starts with a full day's worth of branch network traffic. Looking manually through all of that traffic would be inefficient.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But the original alert gives us useful context: a specific workstation and a specific timeframe. The analyst uses that information to narrow the capture.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Instead of asking what's happening everywhere in this PCAP, we're asking what this particular workstation was doing around the time the alert occurred.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quickly reduces the full capture to a manageable set of packets. This is why filtering is so important: we're using information from the alert to focus the investigation on the network activity that's actually relevant.</a:t>
            </a:r>
            <a:endParaRPr/>
          </a:p>
        </p:txBody>
      </p:sp>
      <p:sp>
        <p:nvSpPr>
          <p:cNvPr id="380" name="Google Shape;380;h4ebaf733a62a8311_3_4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h4ebaf733a62a8311_3_65: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1" name="Google Shape;401;h4ebaf733a62a8311_3_6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Finally, we have the conclusion of the investigation.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After filtering the traffic to the relevant workstation and timeframe, the analyst determined that the original alert was a false positive. The activity wasn't caused by an attacker; according to the case, it was generated by a scheduled backup job.</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highlights the difference between an alert and evidence. The alert was useful because it identified activity that deserved investigation, but an alert by itself doesn't prove malicious activity occurred.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analyst went back to the underlying packet data, isolated the relevant traffic, and used that evidence to determine what was actually happening.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overall lesson is straightforward: orient yourself within the capture, filter toward the alert, and use the remaining evidence to reach a supported conclusion.</a:t>
            </a:r>
            <a:endParaRPr/>
          </a:p>
        </p:txBody>
      </p:sp>
      <p:sp>
        <p:nvSpPr>
          <p:cNvPr id="402" name="Google Shape;402;h4ebaf733a62a8311_3_6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_1">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23850" lvl="0" marL="457200">
              <a:spcBef>
                <a:spcPts val="0"/>
              </a:spcBef>
              <a:spcAft>
                <a:spcPts val="0"/>
              </a:spcAft>
              <a:buClr>
                <a:schemeClr val="lt1"/>
              </a:buClr>
              <a:buSzPts val="15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1150" lvl="2" marL="1371600">
              <a:spcBef>
                <a:spcPts val="0"/>
              </a:spcBef>
              <a:spcAft>
                <a:spcPts val="0"/>
              </a:spcAft>
              <a:buClr>
                <a:schemeClr val="lt1"/>
              </a:buClr>
              <a:buSzPts val="1300"/>
              <a:buChar char="■"/>
              <a:defRPr>
                <a:solidFill>
                  <a:schemeClr val="lt1"/>
                </a:solidFill>
              </a:defRPr>
            </a:lvl3pPr>
            <a:lvl4pPr indent="-304800" lvl="3" marL="1828800">
              <a:spcBef>
                <a:spcPts val="0"/>
              </a:spcBef>
              <a:spcAft>
                <a:spcPts val="0"/>
              </a:spcAft>
              <a:buClr>
                <a:schemeClr val="lt1"/>
              </a:buClr>
              <a:buSzPts val="12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85750" lvl="6" marL="3200400">
              <a:spcBef>
                <a:spcPts val="0"/>
              </a:spcBef>
              <a:spcAft>
                <a:spcPts val="0"/>
              </a:spcAft>
              <a:buClr>
                <a:schemeClr val="lt1"/>
              </a:buClr>
              <a:buSzPts val="9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3050" lvl="8" marL="4114800">
              <a:spcBef>
                <a:spcPts val="0"/>
              </a:spcBef>
              <a:spcAft>
                <a:spcPts val="0"/>
              </a:spcAft>
              <a:buClr>
                <a:schemeClr val="lt1"/>
              </a:buClr>
              <a:buSzPts val="700"/>
              <a:buChar char="■"/>
              <a:defRPr>
                <a:solidFill>
                  <a:schemeClr val="lt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5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23850" lvl="0" marL="457200" algn="ctr">
              <a:spcBef>
                <a:spcPts val="0"/>
              </a:spcBef>
              <a:spcAft>
                <a:spcPts val="0"/>
              </a:spcAft>
              <a:buSzPts val="1500"/>
              <a:buChar char="●"/>
              <a:defRPr/>
            </a:lvl1pPr>
            <a:lvl2pPr indent="-317500" lvl="1" marL="914400" algn="ctr">
              <a:spcBef>
                <a:spcPts val="0"/>
              </a:spcBef>
              <a:spcAft>
                <a:spcPts val="0"/>
              </a:spcAft>
              <a:buSzPts val="1400"/>
              <a:buChar char="○"/>
              <a:defRPr/>
            </a:lvl2pPr>
            <a:lvl3pPr indent="-311150" lvl="2" marL="1371600" algn="ctr">
              <a:spcBef>
                <a:spcPts val="0"/>
              </a:spcBef>
              <a:spcAft>
                <a:spcPts val="0"/>
              </a:spcAft>
              <a:buSzPts val="1300"/>
              <a:buChar char="■"/>
              <a:defRPr/>
            </a:lvl3pPr>
            <a:lvl4pPr indent="-304800" lvl="3" marL="1828800" algn="ctr">
              <a:spcBef>
                <a:spcPts val="0"/>
              </a:spcBef>
              <a:spcAft>
                <a:spcPts val="0"/>
              </a:spcAft>
              <a:buSzPts val="1200"/>
              <a:buChar char="●"/>
              <a:defRPr/>
            </a:lvl4pPr>
            <a:lvl5pPr indent="-298450" lvl="4" marL="2286000" algn="ctr">
              <a:spcBef>
                <a:spcPts val="0"/>
              </a:spcBef>
              <a:spcAft>
                <a:spcPts val="0"/>
              </a:spcAft>
              <a:buSzPts val="1100"/>
              <a:buChar char="○"/>
              <a:defRPr/>
            </a:lvl5pPr>
            <a:lvl6pPr indent="-292100" lvl="5" marL="2743200" algn="ctr">
              <a:spcBef>
                <a:spcPts val="0"/>
              </a:spcBef>
              <a:spcAft>
                <a:spcPts val="0"/>
              </a:spcAft>
              <a:buSzPts val="1000"/>
              <a:buChar char="■"/>
              <a:defRPr/>
            </a:lvl6pPr>
            <a:lvl7pPr indent="-285750" lvl="6" marL="3200400" algn="ctr">
              <a:spcBef>
                <a:spcPts val="0"/>
              </a:spcBef>
              <a:spcAft>
                <a:spcPts val="0"/>
              </a:spcAft>
              <a:buSzPts val="900"/>
              <a:buChar char="●"/>
              <a:defRPr/>
            </a:lvl7pPr>
            <a:lvl8pPr indent="-279400" lvl="7" marL="3657600" algn="ctr">
              <a:spcBef>
                <a:spcPts val="0"/>
              </a:spcBef>
              <a:spcAft>
                <a:spcPts val="0"/>
              </a:spcAft>
              <a:buSzPts val="800"/>
              <a:buChar char="○"/>
              <a:defRPr/>
            </a:lvl8pPr>
            <a:lvl9pPr indent="-273050" lvl="8" marL="4114800" algn="ctr">
              <a:spcBef>
                <a:spcPts val="0"/>
              </a:spcBef>
              <a:spcAft>
                <a:spcPts val="0"/>
              </a:spcAft>
              <a:buSzPts val="7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2">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50" name="Shape 50"/>
        <p:cNvGrpSpPr/>
        <p:nvPr/>
      </p:nvGrpSpPr>
      <p:grpSpPr>
        <a:xfrm>
          <a:off x="0" y="0"/>
          <a:ext cx="0" cy="0"/>
          <a:chOff x="0" y="0"/>
          <a:chExt cx="0" cy="0"/>
        </a:xfrm>
      </p:grpSpPr>
      <p:sp>
        <p:nvSpPr>
          <p:cNvPr id="51" name="Google Shape;51;p13"/>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13"/>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3" name="Google Shape;53;p1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4" name="Google Shape;54;p1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5" name="Google Shape;55;p1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6" name="Google Shape;56;p1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7" name="Google Shape;57;p1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8" name="Google Shape;58;p1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14"/>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62" name="Google Shape;62;p14"/>
          <p:cNvSpPr/>
          <p:nvPr>
            <p:ph idx="2" type="pic"/>
          </p:nvPr>
        </p:nvSpPr>
        <p:spPr>
          <a:xfrm>
            <a:off x="4992024" y="1152775"/>
            <a:ext cx="3840300" cy="3416400"/>
          </a:xfrm>
          <a:prstGeom prst="rect">
            <a:avLst/>
          </a:prstGeom>
          <a:noFill/>
          <a:ln>
            <a:noFill/>
          </a:ln>
        </p:spPr>
      </p:sp>
      <p:sp>
        <p:nvSpPr>
          <p:cNvPr id="63" name="Google Shape;63;p1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
    <p:spTree>
      <p:nvGrpSpPr>
        <p:cNvPr id="64" name="Shape 64"/>
        <p:cNvGrpSpPr/>
        <p:nvPr/>
      </p:nvGrpSpPr>
      <p:grpSpPr>
        <a:xfrm>
          <a:off x="0" y="0"/>
          <a:ext cx="0" cy="0"/>
          <a:chOff x="0" y="0"/>
          <a:chExt cx="0" cy="0"/>
        </a:xfrm>
      </p:grpSpPr>
      <p:sp>
        <p:nvSpPr>
          <p:cNvPr id="65" name="Google Shape;65;p15"/>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6" name="Google Shape;66;p15"/>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7" name="Google Shape;67;p15"/>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68" name="Google Shape;68;p15"/>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69" name="Google Shape;69;p1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0" name="Google Shape;70;p1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71" name="Shape 71"/>
        <p:cNvGrpSpPr/>
        <p:nvPr/>
      </p:nvGrpSpPr>
      <p:grpSpPr>
        <a:xfrm>
          <a:off x="0" y="0"/>
          <a:ext cx="0" cy="0"/>
          <a:chOff x="0" y="0"/>
          <a:chExt cx="0" cy="0"/>
        </a:xfrm>
      </p:grpSpPr>
      <p:sp>
        <p:nvSpPr>
          <p:cNvPr id="72" name="Google Shape;72;p16"/>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16"/>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74" name="Google Shape;74;p16"/>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75" name="Google Shape;75;p16"/>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76" name="Google Shape;76;p16"/>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7" name="Google Shape;77;p16"/>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8" name="Google Shape;78;p16"/>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9" name="Google Shape;79;p16"/>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80" name="Shape 80"/>
        <p:cNvGrpSpPr/>
        <p:nvPr/>
      </p:nvGrpSpPr>
      <p:grpSpPr>
        <a:xfrm>
          <a:off x="0" y="0"/>
          <a:ext cx="0" cy="0"/>
          <a:chOff x="0" y="0"/>
          <a:chExt cx="0" cy="0"/>
        </a:xfrm>
      </p:grpSpPr>
      <p:sp>
        <p:nvSpPr>
          <p:cNvPr id="81" name="Google Shape;81;p17"/>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2" name="Google Shape;82;p17"/>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83" name="Google Shape;83;p17"/>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84" name="Google Shape;84;p17"/>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85" name="Google Shape;85;p17"/>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86" name="Google Shape;86;p17"/>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87" name="Google Shape;87;p1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8" name="Google Shape;88;p1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9" name="Google Shape;89;p1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0" name="Google Shape;90;p1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91" name="Shape 91"/>
        <p:cNvGrpSpPr/>
        <p:nvPr/>
      </p:nvGrpSpPr>
      <p:grpSpPr>
        <a:xfrm>
          <a:off x="0" y="0"/>
          <a:ext cx="0" cy="0"/>
          <a:chOff x="0" y="0"/>
          <a:chExt cx="0" cy="0"/>
        </a:xfrm>
      </p:grpSpPr>
      <p:sp>
        <p:nvSpPr>
          <p:cNvPr id="92" name="Google Shape;92;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18"/>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4" name="Google Shape;94;p1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95" name="Shape 95"/>
        <p:cNvGrpSpPr/>
        <p:nvPr/>
      </p:nvGrpSpPr>
      <p:grpSpPr>
        <a:xfrm>
          <a:off x="0" y="0"/>
          <a:ext cx="0" cy="0"/>
          <a:chOff x="0" y="0"/>
          <a:chExt cx="0" cy="0"/>
        </a:xfrm>
      </p:grpSpPr>
      <p:sp>
        <p:nvSpPr>
          <p:cNvPr id="96" name="Google Shape;96;p19"/>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7" name="Google Shape;97;p19"/>
          <p:cNvSpPr/>
          <p:nvPr>
            <p:ph idx="2" type="pic"/>
          </p:nvPr>
        </p:nvSpPr>
        <p:spPr>
          <a:xfrm>
            <a:off x="4804825" y="1133300"/>
            <a:ext cx="4027500" cy="2392800"/>
          </a:xfrm>
          <a:prstGeom prst="rect">
            <a:avLst/>
          </a:prstGeom>
          <a:noFill/>
          <a:ln>
            <a:noFill/>
          </a:ln>
        </p:spPr>
      </p:sp>
      <p:sp>
        <p:nvSpPr>
          <p:cNvPr id="98" name="Google Shape;98;p19"/>
          <p:cNvSpPr/>
          <p:nvPr>
            <p:ph idx="3" type="pic"/>
          </p:nvPr>
        </p:nvSpPr>
        <p:spPr>
          <a:xfrm>
            <a:off x="311725" y="1133300"/>
            <a:ext cx="4027500" cy="2392800"/>
          </a:xfrm>
          <a:prstGeom prst="rect">
            <a:avLst/>
          </a:prstGeom>
          <a:noFill/>
          <a:ln>
            <a:noFill/>
          </a:ln>
        </p:spPr>
      </p:sp>
      <p:sp>
        <p:nvSpPr>
          <p:cNvPr id="99" name="Google Shape;99;p19"/>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0" name="Google Shape;100;p19"/>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1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03" name="Google Shape;103;p1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04" name="Shape 104"/>
        <p:cNvGrpSpPr/>
        <p:nvPr/>
      </p:nvGrpSpPr>
      <p:grpSpPr>
        <a:xfrm>
          <a:off x="0" y="0"/>
          <a:ext cx="0" cy="0"/>
          <a:chOff x="0" y="0"/>
          <a:chExt cx="0" cy="0"/>
        </a:xfrm>
      </p:grpSpPr>
      <p:sp>
        <p:nvSpPr>
          <p:cNvPr id="105" name="Google Shape;105;p20"/>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6" name="Google Shape;106;p20"/>
          <p:cNvSpPr/>
          <p:nvPr>
            <p:ph idx="2" type="pic"/>
          </p:nvPr>
        </p:nvSpPr>
        <p:spPr>
          <a:xfrm>
            <a:off x="6205225" y="1128325"/>
            <a:ext cx="2627100" cy="2273100"/>
          </a:xfrm>
          <a:prstGeom prst="rect">
            <a:avLst/>
          </a:prstGeom>
          <a:noFill/>
          <a:ln>
            <a:noFill/>
          </a:ln>
        </p:spPr>
      </p:sp>
      <p:sp>
        <p:nvSpPr>
          <p:cNvPr id="107" name="Google Shape;107;p20"/>
          <p:cNvSpPr/>
          <p:nvPr>
            <p:ph idx="3" type="pic"/>
          </p:nvPr>
        </p:nvSpPr>
        <p:spPr>
          <a:xfrm>
            <a:off x="311725" y="1128325"/>
            <a:ext cx="2627100" cy="2273100"/>
          </a:xfrm>
          <a:prstGeom prst="rect">
            <a:avLst/>
          </a:prstGeom>
          <a:noFill/>
          <a:ln>
            <a:noFill/>
          </a:ln>
        </p:spPr>
      </p:sp>
      <p:sp>
        <p:nvSpPr>
          <p:cNvPr id="108" name="Google Shape;108;p20"/>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9" name="Google Shape;109;p20"/>
          <p:cNvSpPr/>
          <p:nvPr>
            <p:ph idx="5" type="pic"/>
          </p:nvPr>
        </p:nvSpPr>
        <p:spPr>
          <a:xfrm>
            <a:off x="3255250" y="1128325"/>
            <a:ext cx="2627100" cy="2273100"/>
          </a:xfrm>
          <a:prstGeom prst="rect">
            <a:avLst/>
          </a:prstGeom>
          <a:noFill/>
          <a:ln>
            <a:noFill/>
          </a:ln>
        </p:spPr>
      </p:sp>
      <p:sp>
        <p:nvSpPr>
          <p:cNvPr id="110" name="Google Shape;110;p20"/>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11" name="Google Shape;111;p20"/>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3" name="Google Shape;113;p2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14" name="Google Shape;114;p2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15" name="Google Shape;115;p2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16" name="Shape 116"/>
        <p:cNvGrpSpPr/>
        <p:nvPr/>
      </p:nvGrpSpPr>
      <p:grpSpPr>
        <a:xfrm>
          <a:off x="0" y="0"/>
          <a:ext cx="0" cy="0"/>
          <a:chOff x="0" y="0"/>
          <a:chExt cx="0" cy="0"/>
        </a:xfrm>
      </p:grpSpPr>
      <p:sp>
        <p:nvSpPr>
          <p:cNvPr id="117" name="Google Shape;117;p21"/>
          <p:cNvSpPr/>
          <p:nvPr>
            <p:ph idx="2" type="pic"/>
          </p:nvPr>
        </p:nvSpPr>
        <p:spPr>
          <a:xfrm>
            <a:off x="311700" y="445025"/>
            <a:ext cx="8520600" cy="4218300"/>
          </a:xfrm>
          <a:prstGeom prst="rect">
            <a:avLst/>
          </a:prstGeom>
          <a:noFill/>
          <a:ln>
            <a:noFill/>
          </a:ln>
        </p:spPr>
      </p:sp>
      <p:sp>
        <p:nvSpPr>
          <p:cNvPr id="118" name="Google Shape;118;p21"/>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19" name="Shape 119"/>
        <p:cNvGrpSpPr/>
        <p:nvPr/>
      </p:nvGrpSpPr>
      <p:grpSpPr>
        <a:xfrm>
          <a:off x="0" y="0"/>
          <a:ext cx="0" cy="0"/>
          <a:chOff x="0" y="0"/>
          <a:chExt cx="0" cy="0"/>
        </a:xfrm>
      </p:grpSpPr>
      <p:sp>
        <p:nvSpPr>
          <p:cNvPr id="120" name="Google Shape;120;p2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22"/>
          <p:cNvSpPr/>
          <p:nvPr>
            <p:ph idx="2" type="pic"/>
          </p:nvPr>
        </p:nvSpPr>
        <p:spPr>
          <a:xfrm>
            <a:off x="3389600" y="118913"/>
            <a:ext cx="1643700" cy="1535100"/>
          </a:xfrm>
          <a:prstGeom prst="rect">
            <a:avLst/>
          </a:prstGeom>
          <a:noFill/>
          <a:ln>
            <a:noFill/>
          </a:ln>
        </p:spPr>
      </p:sp>
      <p:sp>
        <p:nvSpPr>
          <p:cNvPr id="122" name="Google Shape;122;p22"/>
          <p:cNvSpPr/>
          <p:nvPr>
            <p:ph idx="3" type="pic"/>
          </p:nvPr>
        </p:nvSpPr>
        <p:spPr>
          <a:xfrm>
            <a:off x="5195935" y="118913"/>
            <a:ext cx="1643700" cy="1535100"/>
          </a:xfrm>
          <a:prstGeom prst="rect">
            <a:avLst/>
          </a:prstGeom>
          <a:noFill/>
          <a:ln>
            <a:noFill/>
          </a:ln>
        </p:spPr>
      </p:sp>
      <p:sp>
        <p:nvSpPr>
          <p:cNvPr id="123" name="Google Shape;123;p22"/>
          <p:cNvSpPr/>
          <p:nvPr>
            <p:ph idx="4" type="pic"/>
          </p:nvPr>
        </p:nvSpPr>
        <p:spPr>
          <a:xfrm>
            <a:off x="7002270" y="118913"/>
            <a:ext cx="1643700" cy="1535100"/>
          </a:xfrm>
          <a:prstGeom prst="rect">
            <a:avLst/>
          </a:prstGeom>
          <a:noFill/>
          <a:ln>
            <a:noFill/>
          </a:ln>
        </p:spPr>
      </p:sp>
      <p:sp>
        <p:nvSpPr>
          <p:cNvPr id="124" name="Google Shape;124;p22"/>
          <p:cNvSpPr/>
          <p:nvPr>
            <p:ph idx="5" type="pic"/>
          </p:nvPr>
        </p:nvSpPr>
        <p:spPr>
          <a:xfrm>
            <a:off x="3389588" y="1804212"/>
            <a:ext cx="1643700" cy="1535100"/>
          </a:xfrm>
          <a:prstGeom prst="rect">
            <a:avLst/>
          </a:prstGeom>
          <a:noFill/>
          <a:ln>
            <a:noFill/>
          </a:ln>
        </p:spPr>
      </p:sp>
      <p:sp>
        <p:nvSpPr>
          <p:cNvPr id="125" name="Google Shape;125;p22"/>
          <p:cNvSpPr/>
          <p:nvPr>
            <p:ph idx="6" type="pic"/>
          </p:nvPr>
        </p:nvSpPr>
        <p:spPr>
          <a:xfrm>
            <a:off x="5195922" y="1804212"/>
            <a:ext cx="1643700" cy="1535100"/>
          </a:xfrm>
          <a:prstGeom prst="rect">
            <a:avLst/>
          </a:prstGeom>
          <a:noFill/>
          <a:ln>
            <a:noFill/>
          </a:ln>
        </p:spPr>
      </p:sp>
      <p:sp>
        <p:nvSpPr>
          <p:cNvPr id="126" name="Google Shape;126;p22"/>
          <p:cNvSpPr/>
          <p:nvPr>
            <p:ph idx="7" type="pic"/>
          </p:nvPr>
        </p:nvSpPr>
        <p:spPr>
          <a:xfrm>
            <a:off x="7002257" y="1804212"/>
            <a:ext cx="1643700" cy="1535100"/>
          </a:xfrm>
          <a:prstGeom prst="rect">
            <a:avLst/>
          </a:prstGeom>
          <a:noFill/>
          <a:ln>
            <a:noFill/>
          </a:ln>
        </p:spPr>
      </p:sp>
      <p:sp>
        <p:nvSpPr>
          <p:cNvPr id="127" name="Google Shape;127;p2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8" name="Google Shape;128;p22"/>
          <p:cNvSpPr/>
          <p:nvPr>
            <p:ph idx="8" type="pic"/>
          </p:nvPr>
        </p:nvSpPr>
        <p:spPr>
          <a:xfrm>
            <a:off x="3389588" y="3489487"/>
            <a:ext cx="1643700" cy="1535100"/>
          </a:xfrm>
          <a:prstGeom prst="rect">
            <a:avLst/>
          </a:prstGeom>
          <a:noFill/>
          <a:ln>
            <a:noFill/>
          </a:ln>
        </p:spPr>
      </p:sp>
      <p:sp>
        <p:nvSpPr>
          <p:cNvPr id="129" name="Google Shape;129;p22"/>
          <p:cNvSpPr/>
          <p:nvPr>
            <p:ph idx="9" type="pic"/>
          </p:nvPr>
        </p:nvSpPr>
        <p:spPr>
          <a:xfrm>
            <a:off x="5195922" y="3489487"/>
            <a:ext cx="1643700" cy="1535100"/>
          </a:xfrm>
          <a:prstGeom prst="rect">
            <a:avLst/>
          </a:prstGeom>
          <a:noFill/>
          <a:ln>
            <a:noFill/>
          </a:ln>
        </p:spPr>
      </p:sp>
      <p:sp>
        <p:nvSpPr>
          <p:cNvPr id="130" name="Google Shape;130;p2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BLANK_1">
    <p:spTree>
      <p:nvGrpSpPr>
        <p:cNvPr id="131" name="Shape 131"/>
        <p:cNvGrpSpPr/>
        <p:nvPr/>
      </p:nvGrpSpPr>
      <p:grpSpPr>
        <a:xfrm>
          <a:off x="0" y="0"/>
          <a:ext cx="0" cy="0"/>
          <a:chOff x="0" y="0"/>
          <a:chExt cx="0" cy="0"/>
        </a:xfrm>
      </p:grpSpPr>
      <p:sp>
        <p:nvSpPr>
          <p:cNvPr id="132" name="Google Shape;132;p23"/>
          <p:cNvSpPr txBox="1"/>
          <p:nvPr>
            <p:ph type="title"/>
          </p:nvPr>
        </p:nvSpPr>
        <p:spPr>
          <a:xfrm>
            <a:off x="697350" y="2932550"/>
            <a:ext cx="7749300" cy="1015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p:txBody>
      </p:sp>
      <p:sp>
        <p:nvSpPr>
          <p:cNvPr id="133" name="Google Shape;133;p23"/>
          <p:cNvSpPr txBox="1"/>
          <p:nvPr>
            <p:ph idx="2" type="title"/>
          </p:nvPr>
        </p:nvSpPr>
        <p:spPr>
          <a:xfrm>
            <a:off x="3278250" y="1194450"/>
            <a:ext cx="2587500" cy="1992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4"/>
              </a:buClr>
              <a:buSzPts val="12800"/>
              <a:buNone/>
              <a:defRPr sz="12800">
                <a:solidFill>
                  <a:schemeClr val="accent4"/>
                </a:solidFill>
              </a:defRPr>
            </a:lvl1pPr>
            <a:lvl2pPr lvl="1"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2pPr>
            <a:lvl3pPr lvl="2"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3pPr>
            <a:lvl4pPr lvl="3"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4pPr>
            <a:lvl5pPr lvl="4"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5pPr>
            <a:lvl6pPr lvl="5"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6pPr>
            <a:lvl7pPr lvl="6"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7pPr>
            <a:lvl8pPr lvl="7"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8pPr>
            <a:lvl9pPr lvl="8"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9pPr>
          </a:lstStyle>
          <a:p/>
        </p:txBody>
      </p:sp>
      <p:sp>
        <p:nvSpPr>
          <p:cNvPr id="134" name="Google Shape;134;p2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37">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secHead">
  <p:cSld name="SECTION_HEADER">
    <p:spTree>
      <p:nvGrpSpPr>
        <p:cNvPr id="135" name="Shape 135"/>
        <p:cNvGrpSpPr/>
        <p:nvPr/>
      </p:nvGrpSpPr>
      <p:grpSpPr>
        <a:xfrm>
          <a:off x="0" y="0"/>
          <a:ext cx="0" cy="0"/>
          <a:chOff x="0" y="0"/>
          <a:chExt cx="0" cy="0"/>
        </a:xfrm>
      </p:grpSpPr>
      <p:sp>
        <p:nvSpPr>
          <p:cNvPr id="136" name="Google Shape;136;p24"/>
          <p:cNvSpPr txBox="1"/>
          <p:nvPr>
            <p:ph type="title"/>
          </p:nvPr>
        </p:nvSpPr>
        <p:spPr>
          <a:xfrm>
            <a:off x="632850" y="1124700"/>
            <a:ext cx="7878300" cy="17415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5400"/>
              <a:buFont typeface="Hepta Slab"/>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7" name="Google Shape;137;p24"/>
          <p:cNvSpPr txBox="1"/>
          <p:nvPr>
            <p:ph idx="1" type="body"/>
          </p:nvPr>
        </p:nvSpPr>
        <p:spPr>
          <a:xfrm>
            <a:off x="4064100" y="4335200"/>
            <a:ext cx="1015800" cy="266100"/>
          </a:xfrm>
          <a:prstGeom prst="rect">
            <a:avLst/>
          </a:prstGeom>
          <a:ln cap="flat" cmpd="sng" w="9525">
            <a:solidFill>
              <a:schemeClr val="dk1"/>
            </a:solidFill>
            <a:prstDash val="solid"/>
            <a:round/>
            <a:headEnd len="sm" w="sm" type="none"/>
            <a:tailEnd len="sm" w="sm" type="none"/>
          </a:ln>
        </p:spPr>
        <p:txBody>
          <a:bodyPr anchorCtr="0" anchor="ctr" bIns="0" lIns="0" spcFirstLastPara="1" rIns="0" wrap="square" tIns="0">
            <a:noAutofit/>
          </a:bodyPr>
          <a:lstStyle>
            <a:lvl1pPr indent="-298450" lvl="0" marL="457200">
              <a:spcBef>
                <a:spcPts val="0"/>
              </a:spcBef>
              <a:spcAft>
                <a:spcPts val="0"/>
              </a:spcAft>
              <a:buSzPts val="1100"/>
              <a:buFont typeface="Barlow Medium"/>
              <a:buChar char="●"/>
              <a:defRPr sz="1100">
                <a:latin typeface="Barlow Medium"/>
                <a:ea typeface="Barlow Medium"/>
                <a:cs typeface="Barlow Medium"/>
                <a:sym typeface="Barlow Medium"/>
              </a:defRPr>
            </a:lvl1pPr>
            <a:lvl2pPr indent="-298450" lvl="1" marL="914400">
              <a:spcBef>
                <a:spcPts val="0"/>
              </a:spcBef>
              <a:spcAft>
                <a:spcPts val="0"/>
              </a:spcAft>
              <a:buSzPts val="1100"/>
              <a:buFont typeface="Barlow Medium"/>
              <a:buChar char="○"/>
              <a:defRPr sz="1100">
                <a:latin typeface="Barlow Medium"/>
                <a:ea typeface="Barlow Medium"/>
                <a:cs typeface="Barlow Medium"/>
                <a:sym typeface="Barlow Medium"/>
              </a:defRPr>
            </a:lvl2pPr>
            <a:lvl3pPr indent="-298450" lvl="2" marL="1371600">
              <a:spcBef>
                <a:spcPts val="0"/>
              </a:spcBef>
              <a:spcAft>
                <a:spcPts val="0"/>
              </a:spcAft>
              <a:buSzPts val="1100"/>
              <a:buFont typeface="Barlow Medium"/>
              <a:buChar char="■"/>
              <a:defRPr sz="1100">
                <a:latin typeface="Barlow Medium"/>
                <a:ea typeface="Barlow Medium"/>
                <a:cs typeface="Barlow Medium"/>
                <a:sym typeface="Barlow Medium"/>
              </a:defRPr>
            </a:lvl3pPr>
            <a:lvl4pPr indent="-298450" lvl="3" marL="1828800">
              <a:spcBef>
                <a:spcPts val="0"/>
              </a:spcBef>
              <a:spcAft>
                <a:spcPts val="0"/>
              </a:spcAft>
              <a:buSzPts val="1100"/>
              <a:buFont typeface="Barlow Medium"/>
              <a:buChar char="●"/>
              <a:defRPr sz="1100">
                <a:latin typeface="Barlow Medium"/>
                <a:ea typeface="Barlow Medium"/>
                <a:cs typeface="Barlow Medium"/>
                <a:sym typeface="Barlow Medium"/>
              </a:defRPr>
            </a:lvl4pPr>
            <a:lvl5pPr indent="-298450" lvl="4" marL="2286000">
              <a:spcBef>
                <a:spcPts val="0"/>
              </a:spcBef>
              <a:spcAft>
                <a:spcPts val="0"/>
              </a:spcAft>
              <a:buSzPts val="1100"/>
              <a:buFont typeface="Barlow Medium"/>
              <a:buChar char="○"/>
              <a:defRPr>
                <a:latin typeface="Barlow Medium"/>
                <a:ea typeface="Barlow Medium"/>
                <a:cs typeface="Barlow Medium"/>
                <a:sym typeface="Barlow Medium"/>
              </a:defRPr>
            </a:lvl5pPr>
            <a:lvl6pPr indent="-298450" lvl="5" marL="2743200">
              <a:spcBef>
                <a:spcPts val="0"/>
              </a:spcBef>
              <a:spcAft>
                <a:spcPts val="0"/>
              </a:spcAft>
              <a:buSzPts val="1100"/>
              <a:buFont typeface="Barlow Medium"/>
              <a:buChar char="■"/>
              <a:defRPr sz="1100">
                <a:latin typeface="Barlow Medium"/>
                <a:ea typeface="Barlow Medium"/>
                <a:cs typeface="Barlow Medium"/>
                <a:sym typeface="Barlow Medium"/>
              </a:defRPr>
            </a:lvl6pPr>
            <a:lvl7pPr indent="-298450" lvl="6" marL="3200400">
              <a:spcBef>
                <a:spcPts val="0"/>
              </a:spcBef>
              <a:spcAft>
                <a:spcPts val="0"/>
              </a:spcAft>
              <a:buSzPts val="1100"/>
              <a:buFont typeface="Barlow Medium"/>
              <a:buChar char="●"/>
              <a:defRPr sz="1100">
                <a:latin typeface="Barlow Medium"/>
                <a:ea typeface="Barlow Medium"/>
                <a:cs typeface="Barlow Medium"/>
                <a:sym typeface="Barlow Medium"/>
              </a:defRPr>
            </a:lvl7pPr>
            <a:lvl8pPr indent="-298450" lvl="7" marL="3657600">
              <a:spcBef>
                <a:spcPts val="0"/>
              </a:spcBef>
              <a:spcAft>
                <a:spcPts val="0"/>
              </a:spcAft>
              <a:buSzPts val="1100"/>
              <a:buFont typeface="Barlow Medium"/>
              <a:buChar char="○"/>
              <a:defRPr sz="1100">
                <a:latin typeface="Barlow Medium"/>
                <a:ea typeface="Barlow Medium"/>
                <a:cs typeface="Barlow Medium"/>
                <a:sym typeface="Barlow Medium"/>
              </a:defRPr>
            </a:lvl8pPr>
            <a:lvl9pPr indent="-298450" lvl="8" marL="4114800">
              <a:spcBef>
                <a:spcPts val="0"/>
              </a:spcBef>
              <a:spcAft>
                <a:spcPts val="0"/>
              </a:spcAft>
              <a:buSzPts val="1100"/>
              <a:buFont typeface="Barlow Medium"/>
              <a:buChar char="■"/>
              <a:defRPr sz="1100">
                <a:latin typeface="Barlow Medium"/>
                <a:ea typeface="Barlow Medium"/>
                <a:cs typeface="Barlow Medium"/>
                <a:sym typeface="Barlow Medium"/>
              </a:defRPr>
            </a:lvl9pPr>
          </a:lstStyle>
          <a:p/>
        </p:txBody>
      </p:sp>
      <p:sp>
        <p:nvSpPr>
          <p:cNvPr id="138" name="Google Shape;138;p24"/>
          <p:cNvSpPr txBox="1"/>
          <p:nvPr>
            <p:ph idx="2" type="subTitle"/>
          </p:nvPr>
        </p:nvSpPr>
        <p:spPr>
          <a:xfrm>
            <a:off x="2857500" y="2902000"/>
            <a:ext cx="3765600" cy="934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2"/>
              </a:buClr>
              <a:buSzPts val="2600"/>
              <a:buNone/>
              <a:defRPr sz="2600">
                <a:solidFill>
                  <a:schemeClr val="dk2"/>
                </a:solidFill>
              </a:defRPr>
            </a:lvl1pPr>
            <a:lvl2pPr lvl="1">
              <a:spcBef>
                <a:spcPts val="0"/>
              </a:spcBef>
              <a:spcAft>
                <a:spcPts val="0"/>
              </a:spcAft>
              <a:buSzPts val="1400"/>
              <a:buNone/>
              <a:defRPr>
                <a:latin typeface="Barlow Light"/>
                <a:ea typeface="Barlow Light"/>
                <a:cs typeface="Barlow Light"/>
                <a:sym typeface="Barlow Light"/>
              </a:defRPr>
            </a:lvl2pPr>
            <a:lvl3pPr lvl="2">
              <a:spcBef>
                <a:spcPts val="0"/>
              </a:spcBef>
              <a:spcAft>
                <a:spcPts val="0"/>
              </a:spcAft>
              <a:buSzPts val="1400"/>
              <a:buNone/>
              <a:defRPr>
                <a:latin typeface="Barlow Light"/>
                <a:ea typeface="Barlow Light"/>
                <a:cs typeface="Barlow Light"/>
                <a:sym typeface="Barlow Light"/>
              </a:defRPr>
            </a:lvl3pPr>
            <a:lvl4pPr lvl="3">
              <a:spcBef>
                <a:spcPts val="0"/>
              </a:spcBef>
              <a:spcAft>
                <a:spcPts val="0"/>
              </a:spcAft>
              <a:buSzPts val="1400"/>
              <a:buNone/>
              <a:defRPr>
                <a:latin typeface="Barlow Light"/>
                <a:ea typeface="Barlow Light"/>
                <a:cs typeface="Barlow Light"/>
                <a:sym typeface="Barlow Light"/>
              </a:defRPr>
            </a:lvl4pPr>
            <a:lvl5pPr lvl="4">
              <a:spcBef>
                <a:spcPts val="0"/>
              </a:spcBef>
              <a:spcAft>
                <a:spcPts val="0"/>
              </a:spcAft>
              <a:buSzPts val="1400"/>
              <a:buNone/>
              <a:defRPr>
                <a:latin typeface="Barlow Light"/>
                <a:ea typeface="Barlow Light"/>
                <a:cs typeface="Barlow Light"/>
                <a:sym typeface="Barlow Light"/>
              </a:defRPr>
            </a:lvl5pPr>
            <a:lvl6pPr lvl="5">
              <a:spcBef>
                <a:spcPts val="0"/>
              </a:spcBef>
              <a:spcAft>
                <a:spcPts val="0"/>
              </a:spcAft>
              <a:buSzPts val="1400"/>
              <a:buNone/>
              <a:defRPr>
                <a:latin typeface="Barlow Light"/>
                <a:ea typeface="Barlow Light"/>
                <a:cs typeface="Barlow Light"/>
                <a:sym typeface="Barlow Light"/>
              </a:defRPr>
            </a:lvl6pPr>
            <a:lvl7pPr lvl="6">
              <a:spcBef>
                <a:spcPts val="0"/>
              </a:spcBef>
              <a:spcAft>
                <a:spcPts val="0"/>
              </a:spcAft>
              <a:buSzPts val="1400"/>
              <a:buNone/>
              <a:defRPr>
                <a:latin typeface="Barlow Light"/>
                <a:ea typeface="Barlow Light"/>
                <a:cs typeface="Barlow Light"/>
                <a:sym typeface="Barlow Light"/>
              </a:defRPr>
            </a:lvl7pPr>
            <a:lvl8pPr lvl="7">
              <a:spcBef>
                <a:spcPts val="0"/>
              </a:spcBef>
              <a:spcAft>
                <a:spcPts val="0"/>
              </a:spcAft>
              <a:buSzPts val="1400"/>
              <a:buNone/>
              <a:defRPr>
                <a:latin typeface="Barlow Light"/>
                <a:ea typeface="Barlow Light"/>
                <a:cs typeface="Barlow Light"/>
                <a:sym typeface="Barlow Light"/>
              </a:defRPr>
            </a:lvl8pPr>
            <a:lvl9pPr lvl="8">
              <a:spcBef>
                <a:spcPts val="0"/>
              </a:spcBef>
              <a:spcAft>
                <a:spcPts val="0"/>
              </a:spcAft>
              <a:buSzPts val="1400"/>
              <a:buNone/>
              <a:defRPr>
                <a:latin typeface="Barlow Light"/>
                <a:ea typeface="Barlow Light"/>
                <a:cs typeface="Barlow Light"/>
                <a:sym typeface="Barlow Light"/>
              </a:defRPr>
            </a:lvl9pPr>
          </a:lstStyle>
          <a:p/>
        </p:txBody>
      </p:sp>
      <p:sp>
        <p:nvSpPr>
          <p:cNvPr id="139" name="Google Shape;139;p2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atin typeface="Barlow Medium"/>
                <a:ea typeface="Barlow Medium"/>
                <a:cs typeface="Barlow Medium"/>
                <a:sym typeface="Barlow Medium"/>
              </a:defRPr>
            </a:lvl1pPr>
            <a:lvl2pPr lvl="1">
              <a:buNone/>
              <a:defRPr>
                <a:latin typeface="Barlow Medium"/>
                <a:ea typeface="Barlow Medium"/>
                <a:cs typeface="Barlow Medium"/>
                <a:sym typeface="Barlow Medium"/>
              </a:defRPr>
            </a:lvl2pPr>
            <a:lvl3pPr lvl="2">
              <a:buNone/>
              <a:defRPr>
                <a:latin typeface="Barlow Medium"/>
                <a:ea typeface="Barlow Medium"/>
                <a:cs typeface="Barlow Medium"/>
                <a:sym typeface="Barlow Medium"/>
              </a:defRPr>
            </a:lvl3pPr>
            <a:lvl4pPr lvl="3">
              <a:buNone/>
              <a:defRPr>
                <a:latin typeface="Barlow Medium"/>
                <a:ea typeface="Barlow Medium"/>
                <a:cs typeface="Barlow Medium"/>
                <a:sym typeface="Barlow Medium"/>
              </a:defRPr>
            </a:lvl4pPr>
            <a:lvl5pPr lvl="4">
              <a:buNone/>
              <a:defRPr>
                <a:latin typeface="Barlow Medium"/>
                <a:ea typeface="Barlow Medium"/>
                <a:cs typeface="Barlow Medium"/>
                <a:sym typeface="Barlow Medium"/>
              </a:defRPr>
            </a:lvl5pPr>
            <a:lvl6pPr lvl="5">
              <a:buNone/>
              <a:defRPr>
                <a:latin typeface="Barlow Medium"/>
                <a:ea typeface="Barlow Medium"/>
                <a:cs typeface="Barlow Medium"/>
                <a:sym typeface="Barlow Medium"/>
              </a:defRPr>
            </a:lvl6pPr>
            <a:lvl7pPr lvl="6">
              <a:buNone/>
              <a:defRPr>
                <a:latin typeface="Barlow Medium"/>
                <a:ea typeface="Barlow Medium"/>
                <a:cs typeface="Barlow Medium"/>
                <a:sym typeface="Barlow Medium"/>
              </a:defRPr>
            </a:lvl7pPr>
            <a:lvl8pPr lvl="7">
              <a:buNone/>
              <a:defRPr>
                <a:latin typeface="Barlow Medium"/>
                <a:ea typeface="Barlow Medium"/>
                <a:cs typeface="Barlow Medium"/>
                <a:sym typeface="Barlow Medium"/>
              </a:defRPr>
            </a:lvl8pPr>
            <a:lvl9pPr lvl="8">
              <a:buNone/>
              <a:defRPr>
                <a:latin typeface="Barlow Medium"/>
                <a:ea typeface="Barlow Medium"/>
                <a:cs typeface="Barlow Medium"/>
                <a:sym typeface="Barlow Medium"/>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Content" type="tx">
  <p:cSld name="TITLE_AND_BODY">
    <p:spTree>
      <p:nvGrpSpPr>
        <p:cNvPr id="140" name="Shape 140"/>
        <p:cNvGrpSpPr/>
        <p:nvPr/>
      </p:nvGrpSpPr>
      <p:grpSpPr>
        <a:xfrm>
          <a:off x="0" y="0"/>
          <a:ext cx="0" cy="0"/>
          <a:chOff x="0" y="0"/>
          <a:chExt cx="0" cy="0"/>
        </a:xfrm>
      </p:grpSpPr>
      <p:sp>
        <p:nvSpPr>
          <p:cNvPr id="141" name="Google Shape;141;p25"/>
          <p:cNvSpPr txBox="1"/>
          <p:nvPr>
            <p:ph idx="1" type="subTitle"/>
          </p:nvPr>
        </p:nvSpPr>
        <p:spPr>
          <a:xfrm>
            <a:off x="475075" y="309225"/>
            <a:ext cx="3655200" cy="35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2pPr>
            <a:lvl3pPr lvl="2">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3pPr>
            <a:lvl4pPr lvl="3">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4pPr>
            <a:lvl5pPr lvl="4">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5pPr>
            <a:lvl6pPr lvl="5">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6pPr>
            <a:lvl7pPr lvl="6">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7pPr>
            <a:lvl8pPr lvl="7">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8pPr>
            <a:lvl9pPr lvl="8">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9pPr>
          </a:lstStyle>
          <a:p/>
        </p:txBody>
      </p:sp>
      <p:sp>
        <p:nvSpPr>
          <p:cNvPr id="142" name="Google Shape;142;p25"/>
          <p:cNvSpPr txBox="1"/>
          <p:nvPr>
            <p:ph idx="2" type="body"/>
          </p:nvPr>
        </p:nvSpPr>
        <p:spPr>
          <a:xfrm>
            <a:off x="711097" y="980554"/>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43" name="Google Shape;143;p25"/>
          <p:cNvSpPr txBox="1"/>
          <p:nvPr>
            <p:ph idx="3" type="subTitle"/>
          </p:nvPr>
        </p:nvSpPr>
        <p:spPr>
          <a:xfrm>
            <a:off x="1699221" y="980279"/>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44" name="Google Shape;144;p25"/>
          <p:cNvSpPr txBox="1"/>
          <p:nvPr>
            <p:ph idx="4" type="body"/>
          </p:nvPr>
        </p:nvSpPr>
        <p:spPr>
          <a:xfrm>
            <a:off x="2285797" y="1226054"/>
            <a:ext cx="1775700" cy="1108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45" name="Google Shape;145;p25"/>
          <p:cNvSpPr txBox="1"/>
          <p:nvPr>
            <p:ph idx="5" type="body"/>
          </p:nvPr>
        </p:nvSpPr>
        <p:spPr>
          <a:xfrm>
            <a:off x="711097" y="2222666"/>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46" name="Google Shape;146;p25"/>
          <p:cNvSpPr txBox="1"/>
          <p:nvPr>
            <p:ph idx="6" type="subTitle"/>
          </p:nvPr>
        </p:nvSpPr>
        <p:spPr>
          <a:xfrm>
            <a:off x="1699221" y="2222391"/>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47" name="Google Shape;147;p25"/>
          <p:cNvSpPr txBox="1"/>
          <p:nvPr>
            <p:ph idx="7" type="body"/>
          </p:nvPr>
        </p:nvSpPr>
        <p:spPr>
          <a:xfrm>
            <a:off x="2285797" y="2468166"/>
            <a:ext cx="1775700" cy="843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48" name="Google Shape;148;p25"/>
          <p:cNvSpPr txBox="1"/>
          <p:nvPr>
            <p:ph idx="8" type="body"/>
          </p:nvPr>
        </p:nvSpPr>
        <p:spPr>
          <a:xfrm>
            <a:off x="711097" y="3219093"/>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49" name="Google Shape;149;p25"/>
          <p:cNvSpPr txBox="1"/>
          <p:nvPr>
            <p:ph idx="9" type="subTitle"/>
          </p:nvPr>
        </p:nvSpPr>
        <p:spPr>
          <a:xfrm>
            <a:off x="1699221" y="3218818"/>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50" name="Google Shape;150;p25"/>
          <p:cNvSpPr txBox="1"/>
          <p:nvPr>
            <p:ph idx="13" type="body"/>
          </p:nvPr>
        </p:nvSpPr>
        <p:spPr>
          <a:xfrm>
            <a:off x="2285797" y="3464593"/>
            <a:ext cx="1775700" cy="843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51" name="Google Shape;151;p25"/>
          <p:cNvSpPr txBox="1"/>
          <p:nvPr>
            <p:ph idx="14" type="body"/>
          </p:nvPr>
        </p:nvSpPr>
        <p:spPr>
          <a:xfrm>
            <a:off x="4746581" y="980554"/>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52" name="Google Shape;152;p25"/>
          <p:cNvSpPr txBox="1"/>
          <p:nvPr>
            <p:ph idx="15" type="subTitle"/>
          </p:nvPr>
        </p:nvSpPr>
        <p:spPr>
          <a:xfrm>
            <a:off x="5734705" y="980279"/>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53" name="Google Shape;153;p25"/>
          <p:cNvSpPr txBox="1"/>
          <p:nvPr>
            <p:ph idx="16" type="body"/>
          </p:nvPr>
        </p:nvSpPr>
        <p:spPr>
          <a:xfrm>
            <a:off x="6321281" y="1226054"/>
            <a:ext cx="1775700" cy="1108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54" name="Google Shape;154;p25"/>
          <p:cNvSpPr txBox="1"/>
          <p:nvPr>
            <p:ph idx="17" type="body"/>
          </p:nvPr>
        </p:nvSpPr>
        <p:spPr>
          <a:xfrm>
            <a:off x="4746581" y="2222666"/>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55" name="Google Shape;155;p25"/>
          <p:cNvSpPr txBox="1"/>
          <p:nvPr>
            <p:ph idx="18" type="subTitle"/>
          </p:nvPr>
        </p:nvSpPr>
        <p:spPr>
          <a:xfrm>
            <a:off x="5734705" y="2222391"/>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56" name="Google Shape;156;p25"/>
          <p:cNvSpPr txBox="1"/>
          <p:nvPr>
            <p:ph idx="19" type="body"/>
          </p:nvPr>
        </p:nvSpPr>
        <p:spPr>
          <a:xfrm>
            <a:off x="6321281" y="2468166"/>
            <a:ext cx="1775700" cy="843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57" name="Google Shape;157;p25"/>
          <p:cNvSpPr txBox="1"/>
          <p:nvPr>
            <p:ph idx="20" type="body"/>
          </p:nvPr>
        </p:nvSpPr>
        <p:spPr>
          <a:xfrm>
            <a:off x="4746581" y="3219093"/>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58" name="Google Shape;158;p25"/>
          <p:cNvSpPr txBox="1"/>
          <p:nvPr>
            <p:ph idx="21" type="subTitle"/>
          </p:nvPr>
        </p:nvSpPr>
        <p:spPr>
          <a:xfrm>
            <a:off x="5734705" y="3218818"/>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59" name="Google Shape;159;p25"/>
          <p:cNvSpPr txBox="1"/>
          <p:nvPr>
            <p:ph idx="22" type="body"/>
          </p:nvPr>
        </p:nvSpPr>
        <p:spPr>
          <a:xfrm>
            <a:off x="6321281" y="3464593"/>
            <a:ext cx="1775700" cy="843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60" name="Google Shape;160;p25"/>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60">
          <p15:clr>
            <a:srgbClr val="E46962"/>
          </p15:clr>
        </p15:guide>
        <p15:guide id="2" orient="horz" pos="360">
          <p15:clr>
            <a:srgbClr val="E46962"/>
          </p15:clr>
        </p15:guide>
        <p15:guide id="3" orient="horz" pos="1048">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type="twoColTx">
  <p:cSld name="TITLE_AND_TWO_COLUMNS">
    <p:spTree>
      <p:nvGrpSpPr>
        <p:cNvPr id="161" name="Shape 161"/>
        <p:cNvGrpSpPr/>
        <p:nvPr/>
      </p:nvGrpSpPr>
      <p:grpSpPr>
        <a:xfrm>
          <a:off x="0" y="0"/>
          <a:ext cx="0" cy="0"/>
          <a:chOff x="0" y="0"/>
          <a:chExt cx="0" cy="0"/>
        </a:xfrm>
      </p:grpSpPr>
      <p:sp>
        <p:nvSpPr>
          <p:cNvPr id="162" name="Google Shape;162;p26"/>
          <p:cNvSpPr/>
          <p:nvPr/>
        </p:nvSpPr>
        <p:spPr>
          <a:xfrm>
            <a:off x="0" y="0"/>
            <a:ext cx="9144000" cy="1631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6"/>
          <p:cNvSpPr txBox="1"/>
          <p:nvPr/>
        </p:nvSpPr>
        <p:spPr>
          <a:xfrm>
            <a:off x="6262625" y="1205946"/>
            <a:ext cx="2155500" cy="3231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i="1" lang="en" sz="700">
                <a:solidFill>
                  <a:schemeClr val="lt1"/>
                </a:solidFill>
                <a:latin typeface="Barlow Medium"/>
                <a:ea typeface="Barlow Medium"/>
                <a:cs typeface="Barlow Medium"/>
                <a:sym typeface="Barlow Medium"/>
              </a:rPr>
              <a:t>Lorem ipsum dolor sit amet, consectetur adipiscing elit.</a:t>
            </a:r>
            <a:endParaRPr i="1" sz="700">
              <a:solidFill>
                <a:schemeClr val="lt1"/>
              </a:solidFill>
              <a:latin typeface="Barlow Medium"/>
              <a:ea typeface="Barlow Medium"/>
              <a:cs typeface="Barlow Medium"/>
              <a:sym typeface="Barlow Medium"/>
            </a:endParaRPr>
          </a:p>
        </p:txBody>
      </p:sp>
      <p:sp>
        <p:nvSpPr>
          <p:cNvPr id="164" name="Google Shape;164;p26"/>
          <p:cNvSpPr/>
          <p:nvPr>
            <p:ph idx="2" type="pic"/>
          </p:nvPr>
        </p:nvSpPr>
        <p:spPr>
          <a:xfrm>
            <a:off x="3915225" y="1631250"/>
            <a:ext cx="4441200" cy="3009900"/>
          </a:xfrm>
          <a:prstGeom prst="roundRect">
            <a:avLst>
              <a:gd fmla="val 16667" name="adj"/>
            </a:avLst>
          </a:prstGeom>
          <a:noFill/>
          <a:ln>
            <a:noFill/>
          </a:ln>
        </p:spPr>
      </p:sp>
      <p:sp>
        <p:nvSpPr>
          <p:cNvPr id="165" name="Google Shape;165;p26"/>
          <p:cNvSpPr txBox="1"/>
          <p:nvPr>
            <p:ph idx="1" type="body"/>
          </p:nvPr>
        </p:nvSpPr>
        <p:spPr>
          <a:xfrm>
            <a:off x="791150" y="1835400"/>
            <a:ext cx="2094000" cy="8466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66" name="Google Shape;166;p26"/>
          <p:cNvSpPr txBox="1"/>
          <p:nvPr>
            <p:ph idx="3" type="subTitle"/>
          </p:nvPr>
        </p:nvSpPr>
        <p:spPr>
          <a:xfrm>
            <a:off x="791150" y="522625"/>
            <a:ext cx="3918300" cy="10065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3600"/>
              <a:buFont typeface="Hepta Slab Medium"/>
              <a:buNone/>
              <a:defRPr sz="3600">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167" name="Google Shape;167;p26"/>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ext">
  <p:cSld name="TITLE_AND_TWO_COLUMNS_1">
    <p:spTree>
      <p:nvGrpSpPr>
        <p:cNvPr id="168" name="Shape 168"/>
        <p:cNvGrpSpPr/>
        <p:nvPr/>
      </p:nvGrpSpPr>
      <p:grpSpPr>
        <a:xfrm>
          <a:off x="0" y="0"/>
          <a:ext cx="0" cy="0"/>
          <a:chOff x="0" y="0"/>
          <a:chExt cx="0" cy="0"/>
        </a:xfrm>
      </p:grpSpPr>
      <p:sp>
        <p:nvSpPr>
          <p:cNvPr id="169" name="Google Shape;169;p27"/>
          <p:cNvSpPr/>
          <p:nvPr/>
        </p:nvSpPr>
        <p:spPr>
          <a:xfrm>
            <a:off x="0" y="0"/>
            <a:ext cx="9144000" cy="1631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7"/>
          <p:cNvSpPr txBox="1"/>
          <p:nvPr>
            <p:ph idx="1" type="subTitle"/>
          </p:nvPr>
        </p:nvSpPr>
        <p:spPr>
          <a:xfrm>
            <a:off x="791150" y="522625"/>
            <a:ext cx="5173200" cy="9765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3600"/>
              <a:buFont typeface="Hepta Slab Medium"/>
              <a:buNone/>
              <a:defRPr sz="3600">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171" name="Google Shape;171;p27"/>
          <p:cNvSpPr txBox="1"/>
          <p:nvPr>
            <p:ph idx="2" type="body"/>
          </p:nvPr>
        </p:nvSpPr>
        <p:spPr>
          <a:xfrm>
            <a:off x="685450" y="2180950"/>
            <a:ext cx="3579600" cy="2385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Char char="●"/>
              <a:defRPr sz="1100">
                <a:solidFill>
                  <a:schemeClr val="lt1"/>
                </a:solidFill>
              </a:defRPr>
            </a:lvl1pPr>
            <a:lvl2pPr indent="-298450" lvl="1" marL="914400">
              <a:spcBef>
                <a:spcPts val="0"/>
              </a:spcBef>
              <a:spcAft>
                <a:spcPts val="0"/>
              </a:spcAft>
              <a:buClr>
                <a:schemeClr val="lt1"/>
              </a:buClr>
              <a:buSzPts val="1100"/>
              <a:buChar char="○"/>
              <a:defRPr sz="1100">
                <a:solidFill>
                  <a:schemeClr val="lt1"/>
                </a:solidFill>
              </a:defRPr>
            </a:lvl2pPr>
            <a:lvl3pPr indent="-298450" lvl="2" marL="1371600">
              <a:spcBef>
                <a:spcPts val="0"/>
              </a:spcBef>
              <a:spcAft>
                <a:spcPts val="0"/>
              </a:spcAft>
              <a:buClr>
                <a:schemeClr val="lt1"/>
              </a:buClr>
              <a:buSzPts val="1100"/>
              <a:buChar char="■"/>
              <a:defRPr sz="1100">
                <a:solidFill>
                  <a:schemeClr val="lt1"/>
                </a:solidFill>
              </a:defRPr>
            </a:lvl3pPr>
            <a:lvl4pPr indent="-298450" lvl="3" marL="1828800">
              <a:spcBef>
                <a:spcPts val="0"/>
              </a:spcBef>
              <a:spcAft>
                <a:spcPts val="0"/>
              </a:spcAft>
              <a:buClr>
                <a:schemeClr val="lt1"/>
              </a:buClr>
              <a:buSzPts val="1100"/>
              <a:buChar char="●"/>
              <a:defRPr sz="1100">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sz="1100">
                <a:solidFill>
                  <a:schemeClr val="lt1"/>
                </a:solidFill>
              </a:defRPr>
            </a:lvl6pPr>
            <a:lvl7pPr indent="-298450" lvl="6" marL="3200400">
              <a:spcBef>
                <a:spcPts val="0"/>
              </a:spcBef>
              <a:spcAft>
                <a:spcPts val="0"/>
              </a:spcAft>
              <a:buClr>
                <a:schemeClr val="lt1"/>
              </a:buClr>
              <a:buSzPts val="1100"/>
              <a:buChar char="●"/>
              <a:defRPr sz="1100">
                <a:solidFill>
                  <a:schemeClr val="lt1"/>
                </a:solidFill>
              </a:defRPr>
            </a:lvl7pPr>
            <a:lvl8pPr indent="-298450" lvl="7" marL="3657600">
              <a:spcBef>
                <a:spcPts val="0"/>
              </a:spcBef>
              <a:spcAft>
                <a:spcPts val="0"/>
              </a:spcAft>
              <a:buClr>
                <a:schemeClr val="lt1"/>
              </a:buClr>
              <a:buSzPts val="1100"/>
              <a:buChar char="○"/>
              <a:defRPr sz="1100">
                <a:solidFill>
                  <a:schemeClr val="lt1"/>
                </a:solidFill>
              </a:defRPr>
            </a:lvl8pPr>
            <a:lvl9pPr indent="-298450" lvl="8" marL="4114800">
              <a:spcBef>
                <a:spcPts val="0"/>
              </a:spcBef>
              <a:spcAft>
                <a:spcPts val="0"/>
              </a:spcAft>
              <a:buClr>
                <a:schemeClr val="lt1"/>
              </a:buClr>
              <a:buSzPts val="1100"/>
              <a:buChar char="■"/>
              <a:defRPr sz="1100">
                <a:solidFill>
                  <a:schemeClr val="lt1"/>
                </a:solidFill>
              </a:defRPr>
            </a:lvl9pPr>
          </a:lstStyle>
          <a:p/>
        </p:txBody>
      </p:sp>
      <p:sp>
        <p:nvSpPr>
          <p:cNvPr id="172" name="Google Shape;172;p27"/>
          <p:cNvSpPr txBox="1"/>
          <p:nvPr>
            <p:ph idx="3" type="body"/>
          </p:nvPr>
        </p:nvSpPr>
        <p:spPr>
          <a:xfrm>
            <a:off x="4601077" y="2180950"/>
            <a:ext cx="3579600" cy="2385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Char char="●"/>
              <a:defRPr sz="1100">
                <a:solidFill>
                  <a:schemeClr val="lt1"/>
                </a:solidFill>
              </a:defRPr>
            </a:lvl1pPr>
            <a:lvl2pPr indent="-298450" lvl="1" marL="914400">
              <a:spcBef>
                <a:spcPts val="0"/>
              </a:spcBef>
              <a:spcAft>
                <a:spcPts val="0"/>
              </a:spcAft>
              <a:buClr>
                <a:schemeClr val="lt1"/>
              </a:buClr>
              <a:buSzPts val="1100"/>
              <a:buChar char="○"/>
              <a:defRPr sz="1100">
                <a:solidFill>
                  <a:schemeClr val="lt1"/>
                </a:solidFill>
              </a:defRPr>
            </a:lvl2pPr>
            <a:lvl3pPr indent="-298450" lvl="2" marL="1371600">
              <a:spcBef>
                <a:spcPts val="0"/>
              </a:spcBef>
              <a:spcAft>
                <a:spcPts val="0"/>
              </a:spcAft>
              <a:buClr>
                <a:schemeClr val="lt1"/>
              </a:buClr>
              <a:buSzPts val="1100"/>
              <a:buChar char="■"/>
              <a:defRPr sz="1100">
                <a:solidFill>
                  <a:schemeClr val="lt1"/>
                </a:solidFill>
              </a:defRPr>
            </a:lvl3pPr>
            <a:lvl4pPr indent="-298450" lvl="3" marL="1828800">
              <a:spcBef>
                <a:spcPts val="0"/>
              </a:spcBef>
              <a:spcAft>
                <a:spcPts val="0"/>
              </a:spcAft>
              <a:buClr>
                <a:schemeClr val="lt1"/>
              </a:buClr>
              <a:buSzPts val="1100"/>
              <a:buChar char="●"/>
              <a:defRPr sz="1100">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sz="1100">
                <a:solidFill>
                  <a:schemeClr val="lt1"/>
                </a:solidFill>
              </a:defRPr>
            </a:lvl6pPr>
            <a:lvl7pPr indent="-298450" lvl="6" marL="3200400">
              <a:spcBef>
                <a:spcPts val="0"/>
              </a:spcBef>
              <a:spcAft>
                <a:spcPts val="0"/>
              </a:spcAft>
              <a:buClr>
                <a:schemeClr val="lt1"/>
              </a:buClr>
              <a:buSzPts val="1100"/>
              <a:buChar char="●"/>
              <a:defRPr sz="1100">
                <a:solidFill>
                  <a:schemeClr val="lt1"/>
                </a:solidFill>
              </a:defRPr>
            </a:lvl7pPr>
            <a:lvl8pPr indent="-298450" lvl="7" marL="3657600">
              <a:spcBef>
                <a:spcPts val="0"/>
              </a:spcBef>
              <a:spcAft>
                <a:spcPts val="0"/>
              </a:spcAft>
              <a:buClr>
                <a:schemeClr val="lt1"/>
              </a:buClr>
              <a:buSzPts val="1100"/>
              <a:buChar char="○"/>
              <a:defRPr sz="1100">
                <a:solidFill>
                  <a:schemeClr val="lt1"/>
                </a:solidFill>
              </a:defRPr>
            </a:lvl8pPr>
            <a:lvl9pPr indent="-298450" lvl="8" marL="4114800">
              <a:spcBef>
                <a:spcPts val="0"/>
              </a:spcBef>
              <a:spcAft>
                <a:spcPts val="0"/>
              </a:spcAft>
              <a:buClr>
                <a:schemeClr val="lt1"/>
              </a:buClr>
              <a:buSzPts val="1100"/>
              <a:buChar char="■"/>
              <a:defRPr sz="1100">
                <a:solidFill>
                  <a:schemeClr val="lt1"/>
                </a:solidFill>
              </a:defRPr>
            </a:lvl9pPr>
          </a:lstStyle>
          <a:p/>
        </p:txBody>
      </p:sp>
      <p:sp>
        <p:nvSpPr>
          <p:cNvPr id="173" name="Google Shape;173;p27"/>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Company Overview" type="titleOnly">
  <p:cSld name="TITLE_ONLY">
    <p:spTree>
      <p:nvGrpSpPr>
        <p:cNvPr id="174" name="Shape 174"/>
        <p:cNvGrpSpPr/>
        <p:nvPr/>
      </p:nvGrpSpPr>
      <p:grpSpPr>
        <a:xfrm>
          <a:off x="0" y="0"/>
          <a:ext cx="0" cy="0"/>
          <a:chOff x="0" y="0"/>
          <a:chExt cx="0" cy="0"/>
        </a:xfrm>
      </p:grpSpPr>
      <p:sp>
        <p:nvSpPr>
          <p:cNvPr id="175" name="Google Shape;175;p28"/>
          <p:cNvSpPr/>
          <p:nvPr>
            <p:ph idx="2" type="pic"/>
          </p:nvPr>
        </p:nvSpPr>
        <p:spPr>
          <a:xfrm>
            <a:off x="791150" y="522900"/>
            <a:ext cx="1294800" cy="1918500"/>
          </a:xfrm>
          <a:prstGeom prst="rect">
            <a:avLst/>
          </a:prstGeom>
          <a:noFill/>
          <a:ln>
            <a:noFill/>
          </a:ln>
        </p:spPr>
      </p:sp>
      <p:sp>
        <p:nvSpPr>
          <p:cNvPr id="176" name="Google Shape;176;p28"/>
          <p:cNvSpPr/>
          <p:nvPr>
            <p:ph idx="3" type="pic"/>
          </p:nvPr>
        </p:nvSpPr>
        <p:spPr>
          <a:xfrm>
            <a:off x="2355375" y="522900"/>
            <a:ext cx="1294800" cy="1918500"/>
          </a:xfrm>
          <a:prstGeom prst="rect">
            <a:avLst/>
          </a:prstGeom>
          <a:noFill/>
          <a:ln>
            <a:noFill/>
          </a:ln>
        </p:spPr>
      </p:sp>
      <p:sp>
        <p:nvSpPr>
          <p:cNvPr id="177" name="Google Shape;177;p28"/>
          <p:cNvSpPr/>
          <p:nvPr>
            <p:ph idx="4" type="pic"/>
          </p:nvPr>
        </p:nvSpPr>
        <p:spPr>
          <a:xfrm>
            <a:off x="3921313" y="522900"/>
            <a:ext cx="1294800" cy="1918500"/>
          </a:xfrm>
          <a:prstGeom prst="rect">
            <a:avLst/>
          </a:prstGeom>
          <a:noFill/>
          <a:ln>
            <a:noFill/>
          </a:ln>
        </p:spPr>
      </p:sp>
      <p:sp>
        <p:nvSpPr>
          <p:cNvPr id="178" name="Google Shape;178;p28"/>
          <p:cNvSpPr/>
          <p:nvPr>
            <p:ph idx="5" type="pic"/>
          </p:nvPr>
        </p:nvSpPr>
        <p:spPr>
          <a:xfrm>
            <a:off x="5491588" y="522900"/>
            <a:ext cx="1294800" cy="1918500"/>
          </a:xfrm>
          <a:prstGeom prst="rect">
            <a:avLst/>
          </a:prstGeom>
          <a:noFill/>
          <a:ln>
            <a:noFill/>
          </a:ln>
        </p:spPr>
      </p:sp>
      <p:sp>
        <p:nvSpPr>
          <p:cNvPr id="179" name="Google Shape;179;p28"/>
          <p:cNvSpPr txBox="1"/>
          <p:nvPr>
            <p:ph idx="1" type="body"/>
          </p:nvPr>
        </p:nvSpPr>
        <p:spPr>
          <a:xfrm>
            <a:off x="680850" y="3443850"/>
            <a:ext cx="3074700" cy="1031700"/>
          </a:xfrm>
          <a:prstGeom prst="rect">
            <a:avLst/>
          </a:prstGeom>
        </p:spPr>
        <p:txBody>
          <a:bodyPr anchorCtr="0" anchor="t" bIns="91425" lIns="91425" spcFirstLastPara="1" rIns="91425" wrap="square" tIns="91425">
            <a:noAutofit/>
          </a:bodyPr>
          <a:lstStyle>
            <a:lvl1pPr indent="-406400" lvl="0" marL="4572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406400" lvl="1" marL="914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2pPr>
            <a:lvl3pPr indent="-406400" lvl="2" marL="13716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3pPr>
            <a:lvl4pPr indent="-406400" lvl="3" marL="18288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4pPr>
            <a:lvl5pPr indent="-406400" lvl="4" marL="22860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5pPr>
            <a:lvl6pPr indent="-406400" lvl="5" marL="27432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6pPr>
            <a:lvl7pPr indent="-406400" lvl="6" marL="3200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7pPr>
            <a:lvl8pPr indent="-406400" lvl="7" marL="36576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8pPr>
            <a:lvl9pPr indent="-406400" lvl="8" marL="41148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9pPr>
          </a:lstStyle>
          <a:p/>
        </p:txBody>
      </p:sp>
      <p:sp>
        <p:nvSpPr>
          <p:cNvPr id="180" name="Google Shape;180;p28"/>
          <p:cNvSpPr txBox="1"/>
          <p:nvPr>
            <p:ph idx="6" type="body"/>
          </p:nvPr>
        </p:nvSpPr>
        <p:spPr>
          <a:xfrm>
            <a:off x="4123900" y="3443850"/>
            <a:ext cx="4030200" cy="11652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81" name="Google Shape;181;p28"/>
          <p:cNvSpPr txBox="1"/>
          <p:nvPr>
            <p:ph idx="7" type="body"/>
          </p:nvPr>
        </p:nvSpPr>
        <p:spPr>
          <a:xfrm>
            <a:off x="705088" y="2737270"/>
            <a:ext cx="1294800" cy="259800"/>
          </a:xfrm>
          <a:prstGeom prst="rect">
            <a:avLst/>
          </a:prstGeom>
        </p:spPr>
        <p:txBody>
          <a:bodyPr anchorCtr="0" anchor="ctr" bIns="91425" lIns="91425" spcFirstLastPara="1" rIns="91425" wrap="square" tIns="91425">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182" name="Google Shape;182;p28"/>
          <p:cNvSpPr txBox="1"/>
          <p:nvPr>
            <p:ph idx="8" type="body"/>
          </p:nvPr>
        </p:nvSpPr>
        <p:spPr>
          <a:xfrm>
            <a:off x="2258888" y="2737270"/>
            <a:ext cx="1294800" cy="259800"/>
          </a:xfrm>
          <a:prstGeom prst="rect">
            <a:avLst/>
          </a:prstGeom>
        </p:spPr>
        <p:txBody>
          <a:bodyPr anchorCtr="0" anchor="ctr" bIns="91425" lIns="91425" spcFirstLastPara="1" rIns="91425" wrap="square" tIns="91425">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183" name="Google Shape;183;p28"/>
          <p:cNvSpPr txBox="1"/>
          <p:nvPr>
            <p:ph idx="9" type="body"/>
          </p:nvPr>
        </p:nvSpPr>
        <p:spPr>
          <a:xfrm>
            <a:off x="3827513" y="2737270"/>
            <a:ext cx="1294800" cy="259800"/>
          </a:xfrm>
          <a:prstGeom prst="rect">
            <a:avLst/>
          </a:prstGeom>
        </p:spPr>
        <p:txBody>
          <a:bodyPr anchorCtr="0" anchor="ctr" bIns="91425" lIns="91425" spcFirstLastPara="1" rIns="91425" wrap="square" tIns="91425">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184" name="Google Shape;184;p28"/>
          <p:cNvSpPr txBox="1"/>
          <p:nvPr>
            <p:ph idx="13" type="body"/>
          </p:nvPr>
        </p:nvSpPr>
        <p:spPr>
          <a:xfrm>
            <a:off x="5395113" y="2737270"/>
            <a:ext cx="1294800" cy="259800"/>
          </a:xfrm>
          <a:prstGeom prst="rect">
            <a:avLst/>
          </a:prstGeom>
        </p:spPr>
        <p:txBody>
          <a:bodyPr anchorCtr="0" anchor="ctr" bIns="91425" lIns="91425" spcFirstLastPara="1" rIns="91425" wrap="square" tIns="91425">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185" name="Google Shape;185;p28"/>
          <p:cNvSpPr txBox="1"/>
          <p:nvPr>
            <p:ph idx="14" type="body"/>
          </p:nvPr>
        </p:nvSpPr>
        <p:spPr>
          <a:xfrm>
            <a:off x="705091" y="2464123"/>
            <a:ext cx="1294800" cy="259800"/>
          </a:xfrm>
          <a:prstGeom prst="rect">
            <a:avLst/>
          </a:prstGeom>
        </p:spPr>
        <p:txBody>
          <a:bodyPr anchorCtr="0" anchor="t" bIns="91425" lIns="91425" spcFirstLastPara="1" rIns="91425" wrap="square" tIns="91425">
            <a:noAutofit/>
          </a:bodyPr>
          <a:lstStyle>
            <a:lvl1pPr indent="-273050" lvl="0" marL="457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186" name="Google Shape;186;p28"/>
          <p:cNvSpPr txBox="1"/>
          <p:nvPr>
            <p:ph idx="15" type="body"/>
          </p:nvPr>
        </p:nvSpPr>
        <p:spPr>
          <a:xfrm>
            <a:off x="2258891" y="2464123"/>
            <a:ext cx="1294800" cy="259800"/>
          </a:xfrm>
          <a:prstGeom prst="rect">
            <a:avLst/>
          </a:prstGeom>
        </p:spPr>
        <p:txBody>
          <a:bodyPr anchorCtr="0" anchor="t" bIns="91425" lIns="91425" spcFirstLastPara="1" rIns="91425" wrap="square" tIns="91425">
            <a:noAutofit/>
          </a:bodyPr>
          <a:lstStyle>
            <a:lvl1pPr indent="-273050" lvl="0" marL="457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187" name="Google Shape;187;p28"/>
          <p:cNvSpPr txBox="1"/>
          <p:nvPr>
            <p:ph idx="16" type="body"/>
          </p:nvPr>
        </p:nvSpPr>
        <p:spPr>
          <a:xfrm>
            <a:off x="3827003" y="2464123"/>
            <a:ext cx="1294800" cy="259800"/>
          </a:xfrm>
          <a:prstGeom prst="rect">
            <a:avLst/>
          </a:prstGeom>
        </p:spPr>
        <p:txBody>
          <a:bodyPr anchorCtr="0" anchor="t" bIns="91425" lIns="91425" spcFirstLastPara="1" rIns="91425" wrap="square" tIns="91425">
            <a:noAutofit/>
          </a:bodyPr>
          <a:lstStyle>
            <a:lvl1pPr indent="-273050" lvl="0" marL="457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188" name="Google Shape;188;p28"/>
          <p:cNvSpPr txBox="1"/>
          <p:nvPr>
            <p:ph idx="17" type="body"/>
          </p:nvPr>
        </p:nvSpPr>
        <p:spPr>
          <a:xfrm>
            <a:off x="5396128" y="2464123"/>
            <a:ext cx="1294800" cy="259800"/>
          </a:xfrm>
          <a:prstGeom prst="rect">
            <a:avLst/>
          </a:prstGeom>
        </p:spPr>
        <p:txBody>
          <a:bodyPr anchorCtr="0" anchor="t" bIns="91425" lIns="91425" spcFirstLastPara="1" rIns="91425" wrap="square" tIns="91425">
            <a:noAutofit/>
          </a:bodyPr>
          <a:lstStyle>
            <a:lvl1pPr indent="-273050" lvl="0" marL="457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189" name="Google Shape;189;p28"/>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etitive Landscape">
  <p:cSld name="ONE_COLUMN_TEXT">
    <p:spTree>
      <p:nvGrpSpPr>
        <p:cNvPr id="190" name="Shape 190"/>
        <p:cNvGrpSpPr/>
        <p:nvPr/>
      </p:nvGrpSpPr>
      <p:grpSpPr>
        <a:xfrm>
          <a:off x="0" y="0"/>
          <a:ext cx="0" cy="0"/>
          <a:chOff x="0" y="0"/>
          <a:chExt cx="0" cy="0"/>
        </a:xfrm>
      </p:grpSpPr>
      <p:sp>
        <p:nvSpPr>
          <p:cNvPr id="191" name="Google Shape;191;p29"/>
          <p:cNvSpPr txBox="1"/>
          <p:nvPr>
            <p:ph idx="1" type="body"/>
          </p:nvPr>
        </p:nvSpPr>
        <p:spPr>
          <a:xfrm>
            <a:off x="791150" y="738025"/>
            <a:ext cx="3918300" cy="2232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Font typeface="Barlow"/>
              <a:buChar char="●"/>
              <a:defRPr sz="1100">
                <a:latin typeface="Barlow"/>
                <a:ea typeface="Barlow"/>
                <a:cs typeface="Barlow"/>
                <a:sym typeface="Barlow"/>
              </a:defRPr>
            </a:lvl1pPr>
            <a:lvl2pPr indent="-298450" lvl="1" marL="914400">
              <a:spcBef>
                <a:spcPts val="0"/>
              </a:spcBef>
              <a:spcAft>
                <a:spcPts val="0"/>
              </a:spcAft>
              <a:buSzPts val="1100"/>
              <a:buFont typeface="Barlow"/>
              <a:buChar char="○"/>
              <a:defRPr sz="1100">
                <a:latin typeface="Barlow"/>
                <a:ea typeface="Barlow"/>
                <a:cs typeface="Barlow"/>
                <a:sym typeface="Barlow"/>
              </a:defRPr>
            </a:lvl2pPr>
            <a:lvl3pPr indent="-298450" lvl="2" marL="1371600">
              <a:spcBef>
                <a:spcPts val="0"/>
              </a:spcBef>
              <a:spcAft>
                <a:spcPts val="0"/>
              </a:spcAft>
              <a:buSzPts val="1100"/>
              <a:buFont typeface="Barlow"/>
              <a:buChar char="■"/>
              <a:defRPr sz="1100">
                <a:latin typeface="Barlow"/>
                <a:ea typeface="Barlow"/>
                <a:cs typeface="Barlow"/>
                <a:sym typeface="Barlow"/>
              </a:defRPr>
            </a:lvl3pPr>
            <a:lvl4pPr indent="-298450" lvl="3" marL="1828800">
              <a:spcBef>
                <a:spcPts val="0"/>
              </a:spcBef>
              <a:spcAft>
                <a:spcPts val="0"/>
              </a:spcAft>
              <a:buSzPts val="1100"/>
              <a:buFont typeface="Barlow"/>
              <a:buChar char="●"/>
              <a:defRPr sz="1100">
                <a:latin typeface="Barlow"/>
                <a:ea typeface="Barlow"/>
                <a:cs typeface="Barlow"/>
                <a:sym typeface="Barlow"/>
              </a:defRPr>
            </a:lvl4pPr>
            <a:lvl5pPr indent="-298450" lvl="4" marL="2286000">
              <a:spcBef>
                <a:spcPts val="0"/>
              </a:spcBef>
              <a:spcAft>
                <a:spcPts val="0"/>
              </a:spcAft>
              <a:buSzPts val="1100"/>
              <a:buFont typeface="Barlow"/>
              <a:buChar char="○"/>
              <a:defRPr>
                <a:latin typeface="Barlow"/>
                <a:ea typeface="Barlow"/>
                <a:cs typeface="Barlow"/>
                <a:sym typeface="Barlow"/>
              </a:defRPr>
            </a:lvl5pPr>
            <a:lvl6pPr indent="-298450" lvl="5" marL="2743200">
              <a:spcBef>
                <a:spcPts val="0"/>
              </a:spcBef>
              <a:spcAft>
                <a:spcPts val="0"/>
              </a:spcAft>
              <a:buSzPts val="1100"/>
              <a:buFont typeface="Barlow"/>
              <a:buChar char="■"/>
              <a:defRPr sz="1100">
                <a:latin typeface="Barlow"/>
                <a:ea typeface="Barlow"/>
                <a:cs typeface="Barlow"/>
                <a:sym typeface="Barlow"/>
              </a:defRPr>
            </a:lvl6pPr>
            <a:lvl7pPr indent="-298450" lvl="6" marL="3200400">
              <a:spcBef>
                <a:spcPts val="0"/>
              </a:spcBef>
              <a:spcAft>
                <a:spcPts val="0"/>
              </a:spcAft>
              <a:buSzPts val="1100"/>
              <a:buFont typeface="Barlow"/>
              <a:buChar char="●"/>
              <a:defRPr sz="1100">
                <a:latin typeface="Barlow"/>
                <a:ea typeface="Barlow"/>
                <a:cs typeface="Barlow"/>
                <a:sym typeface="Barlow"/>
              </a:defRPr>
            </a:lvl7pPr>
            <a:lvl8pPr indent="-298450" lvl="7" marL="3657600">
              <a:spcBef>
                <a:spcPts val="0"/>
              </a:spcBef>
              <a:spcAft>
                <a:spcPts val="0"/>
              </a:spcAft>
              <a:buSzPts val="1100"/>
              <a:buFont typeface="Barlow"/>
              <a:buChar char="○"/>
              <a:defRPr sz="1100">
                <a:latin typeface="Barlow"/>
                <a:ea typeface="Barlow"/>
                <a:cs typeface="Barlow"/>
                <a:sym typeface="Barlow"/>
              </a:defRPr>
            </a:lvl8pPr>
            <a:lvl9pPr indent="-298450" lvl="8" marL="4114800">
              <a:spcBef>
                <a:spcPts val="0"/>
              </a:spcBef>
              <a:spcAft>
                <a:spcPts val="0"/>
              </a:spcAft>
              <a:buSzPts val="1100"/>
              <a:buFont typeface="Barlow"/>
              <a:buChar char="■"/>
              <a:defRPr sz="1100">
                <a:latin typeface="Barlow"/>
                <a:ea typeface="Barlow"/>
                <a:cs typeface="Barlow"/>
                <a:sym typeface="Barlow"/>
              </a:defRPr>
            </a:lvl9pPr>
          </a:lstStyle>
          <a:p/>
        </p:txBody>
      </p:sp>
      <p:sp>
        <p:nvSpPr>
          <p:cNvPr id="192" name="Google Shape;192;p29"/>
          <p:cNvSpPr txBox="1"/>
          <p:nvPr>
            <p:ph idx="2" type="subTitle"/>
          </p:nvPr>
        </p:nvSpPr>
        <p:spPr>
          <a:xfrm>
            <a:off x="791150" y="522625"/>
            <a:ext cx="3918300" cy="2154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193" name="Google Shape;193;p29"/>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 Trends + Data">
  <p:cSld name="MAIN_POINT">
    <p:spTree>
      <p:nvGrpSpPr>
        <p:cNvPr id="194" name="Shape 194"/>
        <p:cNvGrpSpPr/>
        <p:nvPr/>
      </p:nvGrpSpPr>
      <p:grpSpPr>
        <a:xfrm>
          <a:off x="0" y="0"/>
          <a:ext cx="0" cy="0"/>
          <a:chOff x="0" y="0"/>
          <a:chExt cx="0" cy="0"/>
        </a:xfrm>
      </p:grpSpPr>
      <p:sp>
        <p:nvSpPr>
          <p:cNvPr id="195" name="Google Shape;195;p30"/>
          <p:cNvSpPr txBox="1"/>
          <p:nvPr>
            <p:ph idx="1" type="subTitle"/>
          </p:nvPr>
        </p:nvSpPr>
        <p:spPr>
          <a:xfrm>
            <a:off x="690250" y="415625"/>
            <a:ext cx="1261800" cy="270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atin typeface="Barlow Light"/>
                <a:ea typeface="Barlow Light"/>
                <a:cs typeface="Barlow Light"/>
                <a:sym typeface="Barlow Light"/>
              </a:defRPr>
            </a:lvl1pPr>
            <a:lvl2pPr lvl="1">
              <a:spcBef>
                <a:spcPts val="0"/>
              </a:spcBef>
              <a:spcAft>
                <a:spcPts val="0"/>
              </a:spcAft>
              <a:buSzPts val="1400"/>
              <a:buNone/>
              <a:defRPr>
                <a:latin typeface="Barlow Light"/>
                <a:ea typeface="Barlow Light"/>
                <a:cs typeface="Barlow Light"/>
                <a:sym typeface="Barlow Light"/>
              </a:defRPr>
            </a:lvl2pPr>
            <a:lvl3pPr lvl="2">
              <a:spcBef>
                <a:spcPts val="0"/>
              </a:spcBef>
              <a:spcAft>
                <a:spcPts val="0"/>
              </a:spcAft>
              <a:buSzPts val="1400"/>
              <a:buNone/>
              <a:defRPr>
                <a:latin typeface="Barlow Light"/>
                <a:ea typeface="Barlow Light"/>
                <a:cs typeface="Barlow Light"/>
                <a:sym typeface="Barlow Light"/>
              </a:defRPr>
            </a:lvl3pPr>
            <a:lvl4pPr lvl="3">
              <a:spcBef>
                <a:spcPts val="0"/>
              </a:spcBef>
              <a:spcAft>
                <a:spcPts val="0"/>
              </a:spcAft>
              <a:buSzPts val="1400"/>
              <a:buNone/>
              <a:defRPr>
                <a:latin typeface="Barlow Light"/>
                <a:ea typeface="Barlow Light"/>
                <a:cs typeface="Barlow Light"/>
                <a:sym typeface="Barlow Light"/>
              </a:defRPr>
            </a:lvl4pPr>
            <a:lvl5pPr lvl="4">
              <a:spcBef>
                <a:spcPts val="0"/>
              </a:spcBef>
              <a:spcAft>
                <a:spcPts val="0"/>
              </a:spcAft>
              <a:buSzPts val="1400"/>
              <a:buNone/>
              <a:defRPr>
                <a:latin typeface="Barlow Light"/>
                <a:ea typeface="Barlow Light"/>
                <a:cs typeface="Barlow Light"/>
                <a:sym typeface="Barlow Light"/>
              </a:defRPr>
            </a:lvl5pPr>
            <a:lvl6pPr lvl="5">
              <a:spcBef>
                <a:spcPts val="0"/>
              </a:spcBef>
              <a:spcAft>
                <a:spcPts val="0"/>
              </a:spcAft>
              <a:buSzPts val="1400"/>
              <a:buNone/>
              <a:defRPr>
                <a:latin typeface="Barlow Light"/>
                <a:ea typeface="Barlow Light"/>
                <a:cs typeface="Barlow Light"/>
                <a:sym typeface="Barlow Light"/>
              </a:defRPr>
            </a:lvl6pPr>
            <a:lvl7pPr lvl="6">
              <a:spcBef>
                <a:spcPts val="0"/>
              </a:spcBef>
              <a:spcAft>
                <a:spcPts val="0"/>
              </a:spcAft>
              <a:buSzPts val="1400"/>
              <a:buNone/>
              <a:defRPr>
                <a:latin typeface="Barlow Light"/>
                <a:ea typeface="Barlow Light"/>
                <a:cs typeface="Barlow Light"/>
                <a:sym typeface="Barlow Light"/>
              </a:defRPr>
            </a:lvl7pPr>
            <a:lvl8pPr lvl="7">
              <a:spcBef>
                <a:spcPts val="0"/>
              </a:spcBef>
              <a:spcAft>
                <a:spcPts val="0"/>
              </a:spcAft>
              <a:buSzPts val="1400"/>
              <a:buNone/>
              <a:defRPr>
                <a:latin typeface="Barlow Light"/>
                <a:ea typeface="Barlow Light"/>
                <a:cs typeface="Barlow Light"/>
                <a:sym typeface="Barlow Light"/>
              </a:defRPr>
            </a:lvl8pPr>
            <a:lvl9pPr lvl="8">
              <a:spcBef>
                <a:spcPts val="0"/>
              </a:spcBef>
              <a:spcAft>
                <a:spcPts val="0"/>
              </a:spcAft>
              <a:buSzPts val="1400"/>
              <a:buNone/>
              <a:defRPr>
                <a:latin typeface="Barlow Light"/>
                <a:ea typeface="Barlow Light"/>
                <a:cs typeface="Barlow Light"/>
                <a:sym typeface="Barlow Light"/>
              </a:defRPr>
            </a:lvl9pPr>
          </a:lstStyle>
          <a:p/>
        </p:txBody>
      </p:sp>
      <p:sp>
        <p:nvSpPr>
          <p:cNvPr id="196" name="Google Shape;196;p30"/>
          <p:cNvSpPr txBox="1"/>
          <p:nvPr>
            <p:ph idx="2" type="subTitle"/>
          </p:nvPr>
        </p:nvSpPr>
        <p:spPr>
          <a:xfrm>
            <a:off x="480420" y="290626"/>
            <a:ext cx="3592200" cy="337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SzPts val="1400"/>
              <a:buNone/>
              <a:defRPr>
                <a:latin typeface="Hepta Slab Light"/>
                <a:ea typeface="Hepta Slab Light"/>
                <a:cs typeface="Hepta Slab Light"/>
                <a:sym typeface="Hepta Slab Light"/>
              </a:defRPr>
            </a:lvl2pPr>
            <a:lvl3pPr lvl="2">
              <a:spcBef>
                <a:spcPts val="0"/>
              </a:spcBef>
              <a:spcAft>
                <a:spcPts val="0"/>
              </a:spcAft>
              <a:buSzPts val="1400"/>
              <a:buNone/>
              <a:defRPr>
                <a:latin typeface="Hepta Slab Light"/>
                <a:ea typeface="Hepta Slab Light"/>
                <a:cs typeface="Hepta Slab Light"/>
                <a:sym typeface="Hepta Slab Light"/>
              </a:defRPr>
            </a:lvl3pPr>
            <a:lvl4pPr lvl="3">
              <a:spcBef>
                <a:spcPts val="0"/>
              </a:spcBef>
              <a:spcAft>
                <a:spcPts val="0"/>
              </a:spcAft>
              <a:buSzPts val="1400"/>
              <a:buNone/>
              <a:defRPr>
                <a:latin typeface="Hepta Slab Light"/>
                <a:ea typeface="Hepta Slab Light"/>
                <a:cs typeface="Hepta Slab Light"/>
                <a:sym typeface="Hepta Slab Light"/>
              </a:defRPr>
            </a:lvl4pPr>
            <a:lvl5pPr lvl="4">
              <a:spcBef>
                <a:spcPts val="0"/>
              </a:spcBef>
              <a:spcAft>
                <a:spcPts val="0"/>
              </a:spcAft>
              <a:buSzPts val="1400"/>
              <a:buNone/>
              <a:defRPr>
                <a:latin typeface="Hepta Slab Light"/>
                <a:ea typeface="Hepta Slab Light"/>
                <a:cs typeface="Hepta Slab Light"/>
                <a:sym typeface="Hepta Slab Light"/>
              </a:defRPr>
            </a:lvl5pPr>
            <a:lvl6pPr lvl="5">
              <a:spcBef>
                <a:spcPts val="0"/>
              </a:spcBef>
              <a:spcAft>
                <a:spcPts val="0"/>
              </a:spcAft>
              <a:buSzPts val="1400"/>
              <a:buNone/>
              <a:defRPr>
                <a:latin typeface="Hepta Slab Light"/>
                <a:ea typeface="Hepta Slab Light"/>
                <a:cs typeface="Hepta Slab Light"/>
                <a:sym typeface="Hepta Slab Light"/>
              </a:defRPr>
            </a:lvl6pPr>
            <a:lvl7pPr lvl="6">
              <a:spcBef>
                <a:spcPts val="0"/>
              </a:spcBef>
              <a:spcAft>
                <a:spcPts val="0"/>
              </a:spcAft>
              <a:buSzPts val="1400"/>
              <a:buNone/>
              <a:defRPr>
                <a:latin typeface="Hepta Slab Light"/>
                <a:ea typeface="Hepta Slab Light"/>
                <a:cs typeface="Hepta Slab Light"/>
                <a:sym typeface="Hepta Slab Light"/>
              </a:defRPr>
            </a:lvl7pPr>
            <a:lvl8pPr lvl="7">
              <a:spcBef>
                <a:spcPts val="0"/>
              </a:spcBef>
              <a:spcAft>
                <a:spcPts val="0"/>
              </a:spcAft>
              <a:buSzPts val="1400"/>
              <a:buNone/>
              <a:defRPr>
                <a:latin typeface="Hepta Slab Light"/>
                <a:ea typeface="Hepta Slab Light"/>
                <a:cs typeface="Hepta Slab Light"/>
                <a:sym typeface="Hepta Slab Light"/>
              </a:defRPr>
            </a:lvl8pPr>
            <a:lvl9pPr lvl="8">
              <a:spcBef>
                <a:spcPts val="0"/>
              </a:spcBef>
              <a:spcAft>
                <a:spcPts val="0"/>
              </a:spcAft>
              <a:buSzPts val="1400"/>
              <a:buNone/>
              <a:defRPr>
                <a:latin typeface="Hepta Slab Light"/>
                <a:ea typeface="Hepta Slab Light"/>
                <a:cs typeface="Hepta Slab Light"/>
                <a:sym typeface="Hepta Slab Light"/>
              </a:defRPr>
            </a:lvl9pPr>
          </a:lstStyle>
          <a:p/>
        </p:txBody>
      </p:sp>
      <p:sp>
        <p:nvSpPr>
          <p:cNvPr id="197" name="Google Shape;197;p30"/>
          <p:cNvSpPr txBox="1"/>
          <p:nvPr>
            <p:ph idx="3" type="body"/>
          </p:nvPr>
        </p:nvSpPr>
        <p:spPr>
          <a:xfrm>
            <a:off x="480425" y="534275"/>
            <a:ext cx="4878300" cy="1917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98" name="Google Shape;198;p30"/>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latin typeface="Barlow"/>
                <a:ea typeface="Barlow"/>
                <a:cs typeface="Barlow"/>
                <a:sym typeface="Barlow"/>
              </a:defRPr>
            </a:lvl1pPr>
            <a:lvl2pPr lvl="1" rtl="0">
              <a:buNone/>
              <a:defRPr sz="1100">
                <a:solidFill>
                  <a:schemeClr val="accent3"/>
                </a:solidFill>
                <a:latin typeface="Barlow"/>
                <a:ea typeface="Barlow"/>
                <a:cs typeface="Barlow"/>
                <a:sym typeface="Barlow"/>
              </a:defRPr>
            </a:lvl2pPr>
            <a:lvl3pPr lvl="2" rtl="0">
              <a:buNone/>
              <a:defRPr sz="1100">
                <a:solidFill>
                  <a:schemeClr val="accent3"/>
                </a:solidFill>
                <a:latin typeface="Barlow"/>
                <a:ea typeface="Barlow"/>
                <a:cs typeface="Barlow"/>
                <a:sym typeface="Barlow"/>
              </a:defRPr>
            </a:lvl3pPr>
            <a:lvl4pPr lvl="3" rtl="0">
              <a:buNone/>
              <a:defRPr sz="1100">
                <a:solidFill>
                  <a:schemeClr val="accent3"/>
                </a:solidFill>
                <a:latin typeface="Barlow"/>
                <a:ea typeface="Barlow"/>
                <a:cs typeface="Barlow"/>
                <a:sym typeface="Barlow"/>
              </a:defRPr>
            </a:lvl4pPr>
            <a:lvl5pPr lvl="4" rtl="0">
              <a:buNone/>
              <a:defRPr sz="1100">
                <a:solidFill>
                  <a:schemeClr val="accent3"/>
                </a:solidFill>
                <a:latin typeface="Barlow"/>
                <a:ea typeface="Barlow"/>
                <a:cs typeface="Barlow"/>
                <a:sym typeface="Barlow"/>
              </a:defRPr>
            </a:lvl5pPr>
            <a:lvl6pPr lvl="5" rtl="0">
              <a:buNone/>
              <a:defRPr sz="1100">
                <a:solidFill>
                  <a:schemeClr val="accent3"/>
                </a:solidFill>
                <a:latin typeface="Barlow"/>
                <a:ea typeface="Barlow"/>
                <a:cs typeface="Barlow"/>
                <a:sym typeface="Barlow"/>
              </a:defRPr>
            </a:lvl6pPr>
            <a:lvl7pPr lvl="6" rtl="0">
              <a:buNone/>
              <a:defRPr sz="1100">
                <a:solidFill>
                  <a:schemeClr val="accent3"/>
                </a:solidFill>
                <a:latin typeface="Barlow"/>
                <a:ea typeface="Barlow"/>
                <a:cs typeface="Barlow"/>
                <a:sym typeface="Barlow"/>
              </a:defRPr>
            </a:lvl7pPr>
            <a:lvl8pPr lvl="7" rtl="0">
              <a:buNone/>
              <a:defRPr sz="1100">
                <a:solidFill>
                  <a:schemeClr val="accent3"/>
                </a:solidFill>
                <a:latin typeface="Barlow"/>
                <a:ea typeface="Barlow"/>
                <a:cs typeface="Barlow"/>
                <a:sym typeface="Barlow"/>
              </a:defRPr>
            </a:lvl8pPr>
            <a:lvl9pPr lvl="8" rtl="0">
              <a:buNone/>
              <a:defRPr sz="1100">
                <a:solidFill>
                  <a:schemeClr val="accent3"/>
                </a:solidFill>
                <a:latin typeface="Barlow"/>
                <a:ea typeface="Barlow"/>
                <a:cs typeface="Barlow"/>
                <a:sym typeface="Barlow"/>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60">
          <p15:clr>
            <a:srgbClr val="E46962"/>
          </p15:clr>
        </p15:guide>
        <p15:guide id="2" orient="horz" pos="347">
          <p15:clr>
            <a:srgbClr val="E46962"/>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WOT Analysis">
  <p:cSld name="CUSTOM_14">
    <p:spTree>
      <p:nvGrpSpPr>
        <p:cNvPr id="199" name="Shape 199"/>
        <p:cNvGrpSpPr/>
        <p:nvPr/>
      </p:nvGrpSpPr>
      <p:grpSpPr>
        <a:xfrm>
          <a:off x="0" y="0"/>
          <a:ext cx="0" cy="0"/>
          <a:chOff x="0" y="0"/>
          <a:chExt cx="0" cy="0"/>
        </a:xfrm>
      </p:grpSpPr>
      <p:sp>
        <p:nvSpPr>
          <p:cNvPr id="200" name="Google Shape;200;p31"/>
          <p:cNvSpPr txBox="1"/>
          <p:nvPr>
            <p:ph type="title"/>
          </p:nvPr>
        </p:nvSpPr>
        <p:spPr>
          <a:xfrm>
            <a:off x="723861" y="1584738"/>
            <a:ext cx="2670600" cy="315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201" name="Google Shape;201;p31"/>
          <p:cNvSpPr txBox="1"/>
          <p:nvPr>
            <p:ph idx="2" type="title"/>
          </p:nvPr>
        </p:nvSpPr>
        <p:spPr>
          <a:xfrm>
            <a:off x="723861" y="2390981"/>
            <a:ext cx="2670600" cy="315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202" name="Google Shape;202;p31"/>
          <p:cNvSpPr txBox="1"/>
          <p:nvPr>
            <p:ph idx="3" type="title"/>
          </p:nvPr>
        </p:nvSpPr>
        <p:spPr>
          <a:xfrm>
            <a:off x="723861" y="3157931"/>
            <a:ext cx="2670600" cy="315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203" name="Google Shape;203;p31"/>
          <p:cNvSpPr txBox="1"/>
          <p:nvPr>
            <p:ph idx="4" type="title"/>
          </p:nvPr>
        </p:nvSpPr>
        <p:spPr>
          <a:xfrm>
            <a:off x="723861" y="3954905"/>
            <a:ext cx="2670600" cy="315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204" name="Google Shape;204;p31"/>
          <p:cNvSpPr txBox="1"/>
          <p:nvPr>
            <p:ph idx="1" type="subTitle"/>
          </p:nvPr>
        </p:nvSpPr>
        <p:spPr>
          <a:xfrm>
            <a:off x="480420" y="290626"/>
            <a:ext cx="3592200" cy="337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SzPts val="1400"/>
              <a:buNone/>
              <a:defRPr>
                <a:latin typeface="Barlow Light"/>
                <a:ea typeface="Barlow Light"/>
                <a:cs typeface="Barlow Light"/>
                <a:sym typeface="Barlow Light"/>
              </a:defRPr>
            </a:lvl2pPr>
            <a:lvl3pPr lvl="2">
              <a:spcBef>
                <a:spcPts val="0"/>
              </a:spcBef>
              <a:spcAft>
                <a:spcPts val="0"/>
              </a:spcAft>
              <a:buSzPts val="1400"/>
              <a:buNone/>
              <a:defRPr>
                <a:latin typeface="Barlow Light"/>
                <a:ea typeface="Barlow Light"/>
                <a:cs typeface="Barlow Light"/>
                <a:sym typeface="Barlow Light"/>
              </a:defRPr>
            </a:lvl3pPr>
            <a:lvl4pPr lvl="3">
              <a:spcBef>
                <a:spcPts val="0"/>
              </a:spcBef>
              <a:spcAft>
                <a:spcPts val="0"/>
              </a:spcAft>
              <a:buSzPts val="1400"/>
              <a:buNone/>
              <a:defRPr>
                <a:latin typeface="Barlow Light"/>
                <a:ea typeface="Barlow Light"/>
                <a:cs typeface="Barlow Light"/>
                <a:sym typeface="Barlow Light"/>
              </a:defRPr>
            </a:lvl4pPr>
            <a:lvl5pPr lvl="4">
              <a:spcBef>
                <a:spcPts val="0"/>
              </a:spcBef>
              <a:spcAft>
                <a:spcPts val="0"/>
              </a:spcAft>
              <a:buSzPts val="1400"/>
              <a:buNone/>
              <a:defRPr>
                <a:latin typeface="Barlow Light"/>
                <a:ea typeface="Barlow Light"/>
                <a:cs typeface="Barlow Light"/>
                <a:sym typeface="Barlow Light"/>
              </a:defRPr>
            </a:lvl5pPr>
            <a:lvl6pPr lvl="5">
              <a:spcBef>
                <a:spcPts val="0"/>
              </a:spcBef>
              <a:spcAft>
                <a:spcPts val="0"/>
              </a:spcAft>
              <a:buSzPts val="1400"/>
              <a:buNone/>
              <a:defRPr>
                <a:latin typeface="Barlow Light"/>
                <a:ea typeface="Barlow Light"/>
                <a:cs typeface="Barlow Light"/>
                <a:sym typeface="Barlow Light"/>
              </a:defRPr>
            </a:lvl6pPr>
            <a:lvl7pPr lvl="6">
              <a:spcBef>
                <a:spcPts val="0"/>
              </a:spcBef>
              <a:spcAft>
                <a:spcPts val="0"/>
              </a:spcAft>
              <a:buSzPts val="1400"/>
              <a:buNone/>
              <a:defRPr>
                <a:latin typeface="Barlow Light"/>
                <a:ea typeface="Barlow Light"/>
                <a:cs typeface="Barlow Light"/>
                <a:sym typeface="Barlow Light"/>
              </a:defRPr>
            </a:lvl7pPr>
            <a:lvl8pPr lvl="7">
              <a:spcBef>
                <a:spcPts val="0"/>
              </a:spcBef>
              <a:spcAft>
                <a:spcPts val="0"/>
              </a:spcAft>
              <a:buSzPts val="1400"/>
              <a:buNone/>
              <a:defRPr>
                <a:latin typeface="Barlow Light"/>
                <a:ea typeface="Barlow Light"/>
                <a:cs typeface="Barlow Light"/>
                <a:sym typeface="Barlow Light"/>
              </a:defRPr>
            </a:lvl8pPr>
            <a:lvl9pPr lvl="8">
              <a:spcBef>
                <a:spcPts val="0"/>
              </a:spcBef>
              <a:spcAft>
                <a:spcPts val="0"/>
              </a:spcAft>
              <a:buSzPts val="1400"/>
              <a:buNone/>
              <a:defRPr>
                <a:latin typeface="Barlow Light"/>
                <a:ea typeface="Barlow Light"/>
                <a:cs typeface="Barlow Light"/>
                <a:sym typeface="Barlow Light"/>
              </a:defRPr>
            </a:lvl9pPr>
          </a:lstStyle>
          <a:p/>
        </p:txBody>
      </p:sp>
      <p:sp>
        <p:nvSpPr>
          <p:cNvPr id="205" name="Google Shape;205;p31"/>
          <p:cNvSpPr txBox="1"/>
          <p:nvPr>
            <p:ph idx="5" type="body"/>
          </p:nvPr>
        </p:nvSpPr>
        <p:spPr>
          <a:xfrm>
            <a:off x="480425" y="610475"/>
            <a:ext cx="4878300" cy="3768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317500" lvl="1" marL="914400">
              <a:spcBef>
                <a:spcPts val="0"/>
              </a:spcBef>
              <a:spcAft>
                <a:spcPts val="0"/>
              </a:spcAft>
              <a:buClr>
                <a:schemeClr val="lt1"/>
              </a:buClr>
              <a:buSzPts val="1400"/>
              <a:buFont typeface="Barlow"/>
              <a:buChar char="○"/>
              <a:defRPr>
                <a:solidFill>
                  <a:schemeClr val="lt1"/>
                </a:solidFill>
                <a:latin typeface="Barlow"/>
                <a:ea typeface="Barlow"/>
                <a:cs typeface="Barlow"/>
                <a:sym typeface="Barlow"/>
              </a:defRPr>
            </a:lvl2pPr>
            <a:lvl3pPr indent="-311150" lvl="2" marL="1371600">
              <a:spcBef>
                <a:spcPts val="0"/>
              </a:spcBef>
              <a:spcAft>
                <a:spcPts val="0"/>
              </a:spcAft>
              <a:buClr>
                <a:schemeClr val="lt1"/>
              </a:buClr>
              <a:buSzPts val="1300"/>
              <a:buFont typeface="Barlow"/>
              <a:buChar char="■"/>
              <a:defRPr>
                <a:solidFill>
                  <a:schemeClr val="lt1"/>
                </a:solidFill>
                <a:latin typeface="Barlow"/>
                <a:ea typeface="Barlow"/>
                <a:cs typeface="Barlow"/>
                <a:sym typeface="Barlow"/>
              </a:defRPr>
            </a:lvl3pPr>
            <a:lvl4pPr indent="-304800" lvl="3" marL="1828800">
              <a:spcBef>
                <a:spcPts val="0"/>
              </a:spcBef>
              <a:spcAft>
                <a:spcPts val="0"/>
              </a:spcAft>
              <a:buClr>
                <a:schemeClr val="lt1"/>
              </a:buClr>
              <a:buSzPts val="1200"/>
              <a:buFont typeface="Barlow"/>
              <a:buChar char="●"/>
              <a:defRPr>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2100" lvl="5" marL="2743200">
              <a:spcBef>
                <a:spcPts val="0"/>
              </a:spcBef>
              <a:spcAft>
                <a:spcPts val="0"/>
              </a:spcAft>
              <a:buClr>
                <a:schemeClr val="lt1"/>
              </a:buClr>
              <a:buSzPts val="1000"/>
              <a:buFont typeface="Barlow"/>
              <a:buChar char="■"/>
              <a:defRPr>
                <a:solidFill>
                  <a:schemeClr val="lt1"/>
                </a:solidFill>
                <a:latin typeface="Barlow"/>
                <a:ea typeface="Barlow"/>
                <a:cs typeface="Barlow"/>
                <a:sym typeface="Barlow"/>
              </a:defRPr>
            </a:lvl6pPr>
            <a:lvl7pPr indent="-285750" lvl="6" marL="3200400">
              <a:spcBef>
                <a:spcPts val="0"/>
              </a:spcBef>
              <a:spcAft>
                <a:spcPts val="0"/>
              </a:spcAft>
              <a:buClr>
                <a:schemeClr val="lt1"/>
              </a:buClr>
              <a:buSzPts val="900"/>
              <a:buFont typeface="Barlow"/>
              <a:buChar char="●"/>
              <a:defRPr>
                <a:solidFill>
                  <a:schemeClr val="lt1"/>
                </a:solidFill>
                <a:latin typeface="Barlow"/>
                <a:ea typeface="Barlow"/>
                <a:cs typeface="Barlow"/>
                <a:sym typeface="Barlow"/>
              </a:defRPr>
            </a:lvl7pPr>
            <a:lvl8pPr indent="-279400" lvl="7" marL="3657600">
              <a:spcBef>
                <a:spcPts val="0"/>
              </a:spcBef>
              <a:spcAft>
                <a:spcPts val="0"/>
              </a:spcAft>
              <a:buClr>
                <a:schemeClr val="lt1"/>
              </a:buClr>
              <a:buSzPts val="800"/>
              <a:buFont typeface="Barlow"/>
              <a:buChar char="○"/>
              <a:defRPr>
                <a:solidFill>
                  <a:schemeClr val="lt1"/>
                </a:solidFill>
                <a:latin typeface="Barlow"/>
                <a:ea typeface="Barlow"/>
                <a:cs typeface="Barlow"/>
                <a:sym typeface="Barlow"/>
              </a:defRPr>
            </a:lvl8pPr>
            <a:lvl9pPr indent="-273050" lvl="8" marL="4114800">
              <a:spcBef>
                <a:spcPts val="0"/>
              </a:spcBef>
              <a:spcAft>
                <a:spcPts val="0"/>
              </a:spcAft>
              <a:buClr>
                <a:schemeClr val="lt1"/>
              </a:buClr>
              <a:buSzPts val="700"/>
              <a:buFont typeface="Barlow"/>
              <a:buChar char="■"/>
              <a:defRPr>
                <a:solidFill>
                  <a:schemeClr val="lt1"/>
                </a:solidFill>
                <a:latin typeface="Barlow"/>
                <a:ea typeface="Barlow"/>
                <a:cs typeface="Barlow"/>
                <a:sym typeface="Barlow"/>
              </a:defRPr>
            </a:lvl9pPr>
          </a:lstStyle>
          <a:p/>
        </p:txBody>
      </p:sp>
      <p:sp>
        <p:nvSpPr>
          <p:cNvPr id="206" name="Google Shape;206;p31"/>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 Thank You">
  <p:cSld name="CUSTOM_13">
    <p:spTree>
      <p:nvGrpSpPr>
        <p:cNvPr id="207" name="Shape 207"/>
        <p:cNvGrpSpPr/>
        <p:nvPr/>
      </p:nvGrpSpPr>
      <p:grpSpPr>
        <a:xfrm>
          <a:off x="0" y="0"/>
          <a:ext cx="0" cy="0"/>
          <a:chOff x="0" y="0"/>
          <a:chExt cx="0" cy="0"/>
        </a:xfrm>
      </p:grpSpPr>
      <p:sp>
        <p:nvSpPr>
          <p:cNvPr id="208" name="Google Shape;208;p32"/>
          <p:cNvSpPr txBox="1"/>
          <p:nvPr>
            <p:ph type="title"/>
          </p:nvPr>
        </p:nvSpPr>
        <p:spPr>
          <a:xfrm>
            <a:off x="455221" y="1321125"/>
            <a:ext cx="5094600" cy="1749900"/>
          </a:xfrm>
          <a:prstGeom prst="rect">
            <a:avLst/>
          </a:prstGeom>
          <a:noFill/>
        </p:spPr>
        <p:txBody>
          <a:bodyPr anchorCtr="0" anchor="t" bIns="91425" lIns="91425" spcFirstLastPara="1" rIns="91425" wrap="square" tIns="91425">
            <a:noAutofit/>
          </a:bodyPr>
          <a:lstStyle>
            <a:lvl1pPr lvl="0">
              <a:spcBef>
                <a:spcPts val="0"/>
              </a:spcBef>
              <a:spcAft>
                <a:spcPts val="0"/>
              </a:spcAft>
              <a:buSzPts val="5400"/>
              <a:buNone/>
              <a:defRPr sz="5400"/>
            </a:lvl1pPr>
            <a:lvl2pPr lvl="1">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2pPr>
            <a:lvl3pPr lvl="2">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3pPr>
            <a:lvl4pPr lvl="3">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4pPr>
            <a:lvl5pPr lvl="4">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5pPr>
            <a:lvl6pPr lvl="5">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6pPr>
            <a:lvl7pPr lvl="6">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7pPr>
            <a:lvl8pPr lvl="7">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8pPr>
            <a:lvl9pPr lvl="8">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9pPr>
          </a:lstStyle>
          <a:p/>
        </p:txBody>
      </p:sp>
      <p:sp>
        <p:nvSpPr>
          <p:cNvPr id="209" name="Google Shape;209;p32"/>
          <p:cNvSpPr txBox="1"/>
          <p:nvPr>
            <p:ph idx="1" type="body"/>
          </p:nvPr>
        </p:nvSpPr>
        <p:spPr>
          <a:xfrm>
            <a:off x="567029" y="4500404"/>
            <a:ext cx="1015800" cy="266100"/>
          </a:xfrm>
          <a:prstGeom prst="rect">
            <a:avLst/>
          </a:prstGeom>
          <a:ln cap="flat" cmpd="sng" w="9525">
            <a:solidFill>
              <a:schemeClr val="dk1"/>
            </a:solidFill>
            <a:prstDash val="solid"/>
            <a:round/>
            <a:headEnd len="sm" w="sm" type="none"/>
            <a:tailEnd len="sm" w="sm" type="none"/>
          </a:ln>
        </p:spPr>
        <p:txBody>
          <a:bodyPr anchorCtr="0" anchor="t" bIns="0" lIns="0" spcFirstLastPara="1" rIns="0" wrap="square" tIns="0">
            <a:spAutoFit/>
          </a:bodyPr>
          <a:lstStyle>
            <a:lvl1pPr indent="-298450" lvl="0" marL="457200">
              <a:spcBef>
                <a:spcPts val="0"/>
              </a:spcBef>
              <a:spcAft>
                <a:spcPts val="0"/>
              </a:spcAft>
              <a:buSzPts val="1100"/>
              <a:buFont typeface="Barlow Medium"/>
              <a:buChar char="●"/>
              <a:defRPr sz="1100">
                <a:latin typeface="Barlow Medium"/>
                <a:ea typeface="Barlow Medium"/>
                <a:cs typeface="Barlow Medium"/>
                <a:sym typeface="Barlow Medium"/>
              </a:defRPr>
            </a:lvl1pPr>
            <a:lvl2pPr indent="-298450" lvl="1" marL="914400">
              <a:spcBef>
                <a:spcPts val="0"/>
              </a:spcBef>
              <a:spcAft>
                <a:spcPts val="0"/>
              </a:spcAft>
              <a:buSzPts val="1100"/>
              <a:buFont typeface="Barlow Medium"/>
              <a:buChar char="○"/>
              <a:defRPr sz="1100">
                <a:latin typeface="Barlow Medium"/>
                <a:ea typeface="Barlow Medium"/>
                <a:cs typeface="Barlow Medium"/>
                <a:sym typeface="Barlow Medium"/>
              </a:defRPr>
            </a:lvl2pPr>
            <a:lvl3pPr indent="-298450" lvl="2" marL="1371600">
              <a:spcBef>
                <a:spcPts val="0"/>
              </a:spcBef>
              <a:spcAft>
                <a:spcPts val="0"/>
              </a:spcAft>
              <a:buSzPts val="1100"/>
              <a:buFont typeface="Barlow Medium"/>
              <a:buChar char="■"/>
              <a:defRPr sz="1100">
                <a:latin typeface="Barlow Medium"/>
                <a:ea typeface="Barlow Medium"/>
                <a:cs typeface="Barlow Medium"/>
                <a:sym typeface="Barlow Medium"/>
              </a:defRPr>
            </a:lvl3pPr>
            <a:lvl4pPr indent="-298450" lvl="3" marL="1828800">
              <a:spcBef>
                <a:spcPts val="0"/>
              </a:spcBef>
              <a:spcAft>
                <a:spcPts val="0"/>
              </a:spcAft>
              <a:buSzPts val="1100"/>
              <a:buFont typeface="Barlow Medium"/>
              <a:buChar char="●"/>
              <a:defRPr sz="1100">
                <a:latin typeface="Barlow Medium"/>
                <a:ea typeface="Barlow Medium"/>
                <a:cs typeface="Barlow Medium"/>
                <a:sym typeface="Barlow Medium"/>
              </a:defRPr>
            </a:lvl4pPr>
            <a:lvl5pPr indent="-298450" lvl="4" marL="2286000">
              <a:spcBef>
                <a:spcPts val="0"/>
              </a:spcBef>
              <a:spcAft>
                <a:spcPts val="0"/>
              </a:spcAft>
              <a:buSzPts val="1100"/>
              <a:buFont typeface="Barlow Medium"/>
              <a:buChar char="○"/>
              <a:defRPr>
                <a:latin typeface="Barlow Medium"/>
                <a:ea typeface="Barlow Medium"/>
                <a:cs typeface="Barlow Medium"/>
                <a:sym typeface="Barlow Medium"/>
              </a:defRPr>
            </a:lvl5pPr>
            <a:lvl6pPr indent="-298450" lvl="5" marL="2743200">
              <a:spcBef>
                <a:spcPts val="0"/>
              </a:spcBef>
              <a:spcAft>
                <a:spcPts val="0"/>
              </a:spcAft>
              <a:buSzPts val="1100"/>
              <a:buFont typeface="Barlow Medium"/>
              <a:buChar char="■"/>
              <a:defRPr sz="1100">
                <a:latin typeface="Barlow Medium"/>
                <a:ea typeface="Barlow Medium"/>
                <a:cs typeface="Barlow Medium"/>
                <a:sym typeface="Barlow Medium"/>
              </a:defRPr>
            </a:lvl6pPr>
            <a:lvl7pPr indent="-298450" lvl="6" marL="3200400">
              <a:spcBef>
                <a:spcPts val="0"/>
              </a:spcBef>
              <a:spcAft>
                <a:spcPts val="0"/>
              </a:spcAft>
              <a:buSzPts val="1100"/>
              <a:buFont typeface="Barlow Medium"/>
              <a:buChar char="●"/>
              <a:defRPr sz="1100">
                <a:latin typeface="Barlow Medium"/>
                <a:ea typeface="Barlow Medium"/>
                <a:cs typeface="Barlow Medium"/>
                <a:sym typeface="Barlow Medium"/>
              </a:defRPr>
            </a:lvl7pPr>
            <a:lvl8pPr indent="-298450" lvl="7" marL="3657600">
              <a:spcBef>
                <a:spcPts val="0"/>
              </a:spcBef>
              <a:spcAft>
                <a:spcPts val="0"/>
              </a:spcAft>
              <a:buSzPts val="1100"/>
              <a:buFont typeface="Barlow Medium"/>
              <a:buChar char="○"/>
              <a:defRPr sz="1100">
                <a:latin typeface="Barlow Medium"/>
                <a:ea typeface="Barlow Medium"/>
                <a:cs typeface="Barlow Medium"/>
                <a:sym typeface="Barlow Medium"/>
              </a:defRPr>
            </a:lvl8pPr>
            <a:lvl9pPr indent="-298450" lvl="8" marL="4114800">
              <a:spcBef>
                <a:spcPts val="0"/>
              </a:spcBef>
              <a:spcAft>
                <a:spcPts val="0"/>
              </a:spcAft>
              <a:buSzPts val="1100"/>
              <a:buFont typeface="Barlow Medium"/>
              <a:buChar char="■"/>
              <a:defRPr sz="1100">
                <a:latin typeface="Barlow Medium"/>
                <a:ea typeface="Barlow Medium"/>
                <a:cs typeface="Barlow Medium"/>
                <a:sym typeface="Barlow Medium"/>
              </a:defRPr>
            </a:lvl9pPr>
          </a:lstStyle>
          <a:p/>
        </p:txBody>
      </p:sp>
      <p:sp>
        <p:nvSpPr>
          <p:cNvPr id="210" name="Google Shape;210;p3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atin typeface="Barlow Medium"/>
                <a:ea typeface="Barlow Medium"/>
                <a:cs typeface="Barlow Medium"/>
                <a:sym typeface="Barlow Medium"/>
              </a:defRPr>
            </a:lvl1pPr>
            <a:lvl2pPr lvl="1">
              <a:buNone/>
              <a:defRPr>
                <a:latin typeface="Barlow Medium"/>
                <a:ea typeface="Barlow Medium"/>
                <a:cs typeface="Barlow Medium"/>
                <a:sym typeface="Barlow Medium"/>
              </a:defRPr>
            </a:lvl2pPr>
            <a:lvl3pPr lvl="2">
              <a:buNone/>
              <a:defRPr>
                <a:latin typeface="Barlow Medium"/>
                <a:ea typeface="Barlow Medium"/>
                <a:cs typeface="Barlow Medium"/>
                <a:sym typeface="Barlow Medium"/>
              </a:defRPr>
            </a:lvl3pPr>
            <a:lvl4pPr lvl="3">
              <a:buNone/>
              <a:defRPr>
                <a:latin typeface="Barlow Medium"/>
                <a:ea typeface="Barlow Medium"/>
                <a:cs typeface="Barlow Medium"/>
                <a:sym typeface="Barlow Medium"/>
              </a:defRPr>
            </a:lvl4pPr>
            <a:lvl5pPr lvl="4">
              <a:buNone/>
              <a:defRPr>
                <a:latin typeface="Barlow Medium"/>
                <a:ea typeface="Barlow Medium"/>
                <a:cs typeface="Barlow Medium"/>
                <a:sym typeface="Barlow Medium"/>
              </a:defRPr>
            </a:lvl5pPr>
            <a:lvl6pPr lvl="5">
              <a:buNone/>
              <a:defRPr>
                <a:latin typeface="Barlow Medium"/>
                <a:ea typeface="Barlow Medium"/>
                <a:cs typeface="Barlow Medium"/>
                <a:sym typeface="Barlow Medium"/>
              </a:defRPr>
            </a:lvl6pPr>
            <a:lvl7pPr lvl="6">
              <a:buNone/>
              <a:defRPr>
                <a:latin typeface="Barlow Medium"/>
                <a:ea typeface="Barlow Medium"/>
                <a:cs typeface="Barlow Medium"/>
                <a:sym typeface="Barlow Medium"/>
              </a:defRPr>
            </a:lvl7pPr>
            <a:lvl8pPr lvl="7">
              <a:buNone/>
              <a:defRPr>
                <a:latin typeface="Barlow Medium"/>
                <a:ea typeface="Barlow Medium"/>
                <a:cs typeface="Barlow Medium"/>
                <a:sym typeface="Barlow Medium"/>
              </a:defRPr>
            </a:lvl8pPr>
            <a:lvl9pPr lvl="8">
              <a:buNone/>
              <a:defRPr>
                <a:latin typeface="Barlow Medium"/>
                <a:ea typeface="Barlow Medium"/>
                <a:cs typeface="Barlow Medium"/>
                <a:sym typeface="Barlow Medium"/>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TITLE_AND_DESCRIPTION">
    <p:spTree>
      <p:nvGrpSpPr>
        <p:cNvPr id="211" name="Shape 211"/>
        <p:cNvGrpSpPr/>
        <p:nvPr/>
      </p:nvGrpSpPr>
      <p:grpSpPr>
        <a:xfrm>
          <a:off x="0" y="0"/>
          <a:ext cx="0" cy="0"/>
          <a:chOff x="0" y="0"/>
          <a:chExt cx="0" cy="0"/>
        </a:xfrm>
      </p:grpSpPr>
      <p:sp>
        <p:nvSpPr>
          <p:cNvPr id="212" name="Google Shape;212;p33"/>
          <p:cNvSpPr txBox="1"/>
          <p:nvPr>
            <p:ph type="title"/>
          </p:nvPr>
        </p:nvSpPr>
        <p:spPr>
          <a:xfrm>
            <a:off x="697350" y="2932550"/>
            <a:ext cx="7749300" cy="1015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5"/>
              </a:buClr>
              <a:buSzPts val="3600"/>
              <a:buFont typeface="Hepta Slab Medium"/>
              <a:buNone/>
              <a:defRPr>
                <a:solidFill>
                  <a:schemeClr val="accent5"/>
                </a:solidFill>
                <a:latin typeface="Hepta Slab Medium"/>
                <a:ea typeface="Hepta Slab Medium"/>
                <a:cs typeface="Hepta Slab Medium"/>
                <a:sym typeface="Hepta Slab Medium"/>
              </a:defRPr>
            </a:lvl1pPr>
            <a:lvl2pPr lvl="1"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2pPr>
            <a:lvl3pPr lvl="2"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3pPr>
            <a:lvl4pPr lvl="3"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4pPr>
            <a:lvl5pPr lvl="4"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5pPr>
            <a:lvl6pPr lvl="5"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6pPr>
            <a:lvl7pPr lvl="6"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7pPr>
            <a:lvl8pPr lvl="7"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8pPr>
            <a:lvl9pPr lvl="8"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9pPr>
          </a:lstStyle>
          <a:p/>
        </p:txBody>
      </p:sp>
      <p:sp>
        <p:nvSpPr>
          <p:cNvPr id="213" name="Google Shape;213;p33"/>
          <p:cNvSpPr txBox="1"/>
          <p:nvPr>
            <p:ph idx="2" type="title"/>
          </p:nvPr>
        </p:nvSpPr>
        <p:spPr>
          <a:xfrm>
            <a:off x="3278250" y="1194450"/>
            <a:ext cx="2587500" cy="1992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2"/>
              </a:buClr>
              <a:buSzPts val="12800"/>
              <a:buNone/>
              <a:defRPr sz="12800">
                <a:solidFill>
                  <a:schemeClr val="dk2"/>
                </a:solidFill>
              </a:defRPr>
            </a:lvl1pPr>
            <a:lvl2pPr lvl="1"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2pPr>
            <a:lvl3pPr lvl="2"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3pPr>
            <a:lvl4pPr lvl="3"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4pPr>
            <a:lvl5pPr lvl="4"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5pPr>
            <a:lvl6pPr lvl="5"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6pPr>
            <a:lvl7pPr lvl="6"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7pPr>
            <a:lvl8pPr lvl="7"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8pPr>
            <a:lvl9pPr lvl="8"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9pPr>
          </a:lstStyle>
          <a:p/>
        </p:txBody>
      </p:sp>
      <p:sp>
        <p:nvSpPr>
          <p:cNvPr id="214" name="Google Shape;214;p3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 Size / Pie Graph">
  <p:cSld name="CAPTION_ONLY">
    <p:spTree>
      <p:nvGrpSpPr>
        <p:cNvPr id="215" name="Shape 215"/>
        <p:cNvGrpSpPr/>
        <p:nvPr/>
      </p:nvGrpSpPr>
      <p:grpSpPr>
        <a:xfrm>
          <a:off x="0" y="0"/>
          <a:ext cx="0" cy="0"/>
          <a:chOff x="0" y="0"/>
          <a:chExt cx="0" cy="0"/>
        </a:xfrm>
      </p:grpSpPr>
      <p:sp>
        <p:nvSpPr>
          <p:cNvPr id="216" name="Google Shape;216;p34"/>
          <p:cNvSpPr/>
          <p:nvPr/>
        </p:nvSpPr>
        <p:spPr>
          <a:xfrm>
            <a:off x="0" y="0"/>
            <a:ext cx="9144000" cy="16311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34"/>
          <p:cNvSpPr txBox="1"/>
          <p:nvPr>
            <p:ph idx="1" type="subTitle"/>
          </p:nvPr>
        </p:nvSpPr>
        <p:spPr>
          <a:xfrm>
            <a:off x="791150" y="522625"/>
            <a:ext cx="4977300" cy="11082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3600"/>
              <a:buFont typeface="Hepta Slab Medium"/>
              <a:buNone/>
              <a:defRPr sz="3600">
                <a:solidFill>
                  <a:schemeClr val="lt1"/>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218" name="Google Shape;218;p34"/>
          <p:cNvSpPr txBox="1"/>
          <p:nvPr>
            <p:ph idx="2" type="body"/>
          </p:nvPr>
        </p:nvSpPr>
        <p:spPr>
          <a:xfrm>
            <a:off x="714950" y="1989025"/>
            <a:ext cx="2792400" cy="28041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Clr>
                <a:schemeClr val="lt1"/>
              </a:buClr>
              <a:buSzPts val="1500"/>
              <a:buChar char="●"/>
              <a:defRPr>
                <a:solidFill>
                  <a:schemeClr val="lt1"/>
                </a:solidFill>
              </a:defRPr>
            </a:lvl1pPr>
            <a:lvl2pPr indent="-323850" lvl="1" marL="914400">
              <a:spcBef>
                <a:spcPts val="0"/>
              </a:spcBef>
              <a:spcAft>
                <a:spcPts val="0"/>
              </a:spcAft>
              <a:buClr>
                <a:schemeClr val="lt1"/>
              </a:buClr>
              <a:buSzPts val="1500"/>
              <a:buChar char="○"/>
              <a:defRPr sz="1500">
                <a:solidFill>
                  <a:schemeClr val="lt1"/>
                </a:solidFill>
              </a:defRPr>
            </a:lvl2pPr>
            <a:lvl3pPr indent="-323850" lvl="2" marL="1371600">
              <a:spcBef>
                <a:spcPts val="0"/>
              </a:spcBef>
              <a:spcAft>
                <a:spcPts val="0"/>
              </a:spcAft>
              <a:buClr>
                <a:schemeClr val="lt1"/>
              </a:buClr>
              <a:buSzPts val="1500"/>
              <a:buChar char="■"/>
              <a:defRPr sz="1500">
                <a:solidFill>
                  <a:schemeClr val="lt1"/>
                </a:solidFill>
              </a:defRPr>
            </a:lvl3pPr>
            <a:lvl4pPr indent="-323850" lvl="3" marL="1828800">
              <a:spcBef>
                <a:spcPts val="0"/>
              </a:spcBef>
              <a:spcAft>
                <a:spcPts val="0"/>
              </a:spcAft>
              <a:buClr>
                <a:schemeClr val="lt1"/>
              </a:buClr>
              <a:buSzPts val="1500"/>
              <a:buChar char="●"/>
              <a:defRPr sz="1500">
                <a:solidFill>
                  <a:schemeClr val="lt1"/>
                </a:solidFill>
              </a:defRPr>
            </a:lvl4pPr>
            <a:lvl5pPr indent="-323850" lvl="4" marL="2286000">
              <a:spcBef>
                <a:spcPts val="0"/>
              </a:spcBef>
              <a:spcAft>
                <a:spcPts val="0"/>
              </a:spcAft>
              <a:buClr>
                <a:schemeClr val="lt1"/>
              </a:buClr>
              <a:buSzPts val="1500"/>
              <a:buChar char="○"/>
              <a:defRPr sz="1500">
                <a:solidFill>
                  <a:schemeClr val="lt1"/>
                </a:solidFill>
              </a:defRPr>
            </a:lvl5pPr>
            <a:lvl6pPr indent="-323850" lvl="5" marL="2743200">
              <a:spcBef>
                <a:spcPts val="0"/>
              </a:spcBef>
              <a:spcAft>
                <a:spcPts val="0"/>
              </a:spcAft>
              <a:buClr>
                <a:schemeClr val="lt1"/>
              </a:buClr>
              <a:buSzPts val="1500"/>
              <a:buChar char="■"/>
              <a:defRPr sz="1500">
                <a:solidFill>
                  <a:schemeClr val="lt1"/>
                </a:solidFill>
              </a:defRPr>
            </a:lvl6pPr>
            <a:lvl7pPr indent="-323850" lvl="6" marL="3200400">
              <a:spcBef>
                <a:spcPts val="0"/>
              </a:spcBef>
              <a:spcAft>
                <a:spcPts val="0"/>
              </a:spcAft>
              <a:buClr>
                <a:schemeClr val="lt1"/>
              </a:buClr>
              <a:buSzPts val="1500"/>
              <a:buChar char="●"/>
              <a:defRPr sz="1500">
                <a:solidFill>
                  <a:schemeClr val="lt1"/>
                </a:solidFill>
              </a:defRPr>
            </a:lvl7pPr>
            <a:lvl8pPr indent="-323850" lvl="7" marL="3657600">
              <a:spcBef>
                <a:spcPts val="0"/>
              </a:spcBef>
              <a:spcAft>
                <a:spcPts val="0"/>
              </a:spcAft>
              <a:buClr>
                <a:schemeClr val="lt1"/>
              </a:buClr>
              <a:buSzPts val="1500"/>
              <a:buChar char="○"/>
              <a:defRPr sz="1500">
                <a:solidFill>
                  <a:schemeClr val="lt1"/>
                </a:solidFill>
              </a:defRPr>
            </a:lvl8pPr>
            <a:lvl9pPr indent="-323850" lvl="8" marL="4114800">
              <a:spcBef>
                <a:spcPts val="0"/>
              </a:spcBef>
              <a:spcAft>
                <a:spcPts val="0"/>
              </a:spcAft>
              <a:buClr>
                <a:schemeClr val="lt1"/>
              </a:buClr>
              <a:buSzPts val="1500"/>
              <a:buChar char="■"/>
              <a:defRPr sz="1500">
                <a:solidFill>
                  <a:schemeClr val="lt1"/>
                </a:solidFill>
              </a:defRPr>
            </a:lvl9pPr>
          </a:lstStyle>
          <a:p/>
        </p:txBody>
      </p:sp>
      <p:sp>
        <p:nvSpPr>
          <p:cNvPr id="219" name="Google Shape;219;p34"/>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dk2"/>
                </a:solidFill>
              </a:defRPr>
            </a:lvl1pPr>
            <a:lvl2pPr lvl="1" rtl="0">
              <a:buNone/>
              <a:defRPr sz="1100">
                <a:solidFill>
                  <a:schemeClr val="dk2"/>
                </a:solidFill>
              </a:defRPr>
            </a:lvl2pPr>
            <a:lvl3pPr lvl="2" rtl="0">
              <a:buNone/>
              <a:defRPr sz="1100">
                <a:solidFill>
                  <a:schemeClr val="dk2"/>
                </a:solidFill>
              </a:defRPr>
            </a:lvl3pPr>
            <a:lvl4pPr lvl="3" rtl="0">
              <a:buNone/>
              <a:defRPr sz="1100">
                <a:solidFill>
                  <a:schemeClr val="dk2"/>
                </a:solidFill>
              </a:defRPr>
            </a:lvl4pPr>
            <a:lvl5pPr lvl="4" rtl="0">
              <a:buNone/>
              <a:defRPr sz="1100">
                <a:solidFill>
                  <a:schemeClr val="dk2"/>
                </a:solidFill>
              </a:defRPr>
            </a:lvl5pPr>
            <a:lvl6pPr lvl="5" rtl="0">
              <a:buNone/>
              <a:defRPr sz="1100">
                <a:solidFill>
                  <a:schemeClr val="dk2"/>
                </a:solidFill>
              </a:defRPr>
            </a:lvl6pPr>
            <a:lvl7pPr lvl="6" rtl="0">
              <a:buNone/>
              <a:defRPr sz="1100">
                <a:solidFill>
                  <a:schemeClr val="dk2"/>
                </a:solidFill>
              </a:defRPr>
            </a:lvl7pPr>
            <a:lvl8pPr lvl="7" rtl="0">
              <a:buNone/>
              <a:defRPr sz="1100">
                <a:solidFill>
                  <a:schemeClr val="dk2"/>
                </a:solidFill>
              </a:defRPr>
            </a:lvl8pPr>
            <a:lvl9pPr lvl="8" rtl="0">
              <a:buNone/>
              <a:defRPr sz="11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220" name="Google Shape;220;p34"/>
          <p:cNvSpPr/>
          <p:nvPr/>
        </p:nvSpPr>
        <p:spPr>
          <a:xfrm>
            <a:off x="4416275" y="1976923"/>
            <a:ext cx="4045200" cy="28713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34"/>
          <p:cNvSpPr/>
          <p:nvPr/>
        </p:nvSpPr>
        <p:spPr>
          <a:xfrm rot="444408">
            <a:off x="5636457" y="2500588"/>
            <a:ext cx="1505663" cy="1505327"/>
          </a:xfrm>
          <a:prstGeom prst="pie">
            <a:avLst>
              <a:gd fmla="val 8241844" name="adj1"/>
              <a:gd fmla="val 12554936" name="adj2"/>
            </a:avLst>
          </a:prstGeom>
          <a:solidFill>
            <a:schemeClr val="lt1"/>
          </a:solidFill>
          <a:ln>
            <a:noFill/>
          </a:ln>
        </p:spPr>
        <p:txBody>
          <a:bodyPr anchorCtr="0" anchor="ctr" bIns="68575" lIns="68575" spcFirstLastPara="1" rIns="68575" wrap="square" tIns="68575">
            <a:noAutofit/>
          </a:bodyPr>
          <a:lstStyle/>
          <a:p>
            <a:pPr indent="0" lvl="0" marL="0" rtl="0" algn="l">
              <a:spcBef>
                <a:spcPts val="0"/>
              </a:spcBef>
              <a:spcAft>
                <a:spcPts val="0"/>
              </a:spcAft>
              <a:buSzPts val="1100"/>
              <a:buNone/>
            </a:pPr>
            <a:r>
              <a:t/>
            </a:r>
            <a:endParaRPr sz="110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fferentiators / 4 column text">
  <p:cSld name="BIG_NUMBER">
    <p:spTree>
      <p:nvGrpSpPr>
        <p:cNvPr id="222" name="Shape 222"/>
        <p:cNvGrpSpPr/>
        <p:nvPr/>
      </p:nvGrpSpPr>
      <p:grpSpPr>
        <a:xfrm>
          <a:off x="0" y="0"/>
          <a:ext cx="0" cy="0"/>
          <a:chOff x="0" y="0"/>
          <a:chExt cx="0" cy="0"/>
        </a:xfrm>
      </p:grpSpPr>
      <p:sp>
        <p:nvSpPr>
          <p:cNvPr id="223" name="Google Shape;223;p35"/>
          <p:cNvSpPr/>
          <p:nvPr/>
        </p:nvSpPr>
        <p:spPr>
          <a:xfrm>
            <a:off x="0" y="1324925"/>
            <a:ext cx="4572000" cy="19104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224" name="Google Shape;224;p35"/>
          <p:cNvSpPr/>
          <p:nvPr/>
        </p:nvSpPr>
        <p:spPr>
          <a:xfrm>
            <a:off x="0" y="3235076"/>
            <a:ext cx="4572000" cy="191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chemeClr val="dk2"/>
              </a:solidFill>
            </a:endParaRPr>
          </a:p>
        </p:txBody>
      </p:sp>
      <p:sp>
        <p:nvSpPr>
          <p:cNvPr id="225" name="Google Shape;225;p35"/>
          <p:cNvSpPr/>
          <p:nvPr/>
        </p:nvSpPr>
        <p:spPr>
          <a:xfrm>
            <a:off x="4571892" y="3235076"/>
            <a:ext cx="4572000" cy="19149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chemeClr val="lt1"/>
              </a:solidFill>
            </a:endParaRPr>
          </a:p>
        </p:txBody>
      </p:sp>
      <p:sp>
        <p:nvSpPr>
          <p:cNvPr id="226" name="Google Shape;226;p35"/>
          <p:cNvSpPr/>
          <p:nvPr/>
        </p:nvSpPr>
        <p:spPr>
          <a:xfrm>
            <a:off x="4571892" y="1324925"/>
            <a:ext cx="4572000" cy="1910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chemeClr val="accent5"/>
              </a:solidFill>
            </a:endParaRPr>
          </a:p>
        </p:txBody>
      </p:sp>
      <p:sp>
        <p:nvSpPr>
          <p:cNvPr id="227" name="Google Shape;227;p35"/>
          <p:cNvSpPr txBox="1"/>
          <p:nvPr>
            <p:ph idx="1" type="subTitle"/>
          </p:nvPr>
        </p:nvSpPr>
        <p:spPr>
          <a:xfrm>
            <a:off x="480420" y="290626"/>
            <a:ext cx="3592200" cy="337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228" name="Google Shape;228;p35"/>
          <p:cNvSpPr txBox="1"/>
          <p:nvPr>
            <p:ph idx="2" type="body"/>
          </p:nvPr>
        </p:nvSpPr>
        <p:spPr>
          <a:xfrm>
            <a:off x="480425" y="610475"/>
            <a:ext cx="4878300" cy="6003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29" name="Google Shape;229;p35"/>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dk2"/>
                </a:solidFill>
              </a:defRPr>
            </a:lvl1pPr>
            <a:lvl2pPr lvl="1" rtl="0">
              <a:buNone/>
              <a:defRPr sz="1100">
                <a:solidFill>
                  <a:schemeClr val="dk2"/>
                </a:solidFill>
              </a:defRPr>
            </a:lvl2pPr>
            <a:lvl3pPr lvl="2" rtl="0">
              <a:buNone/>
              <a:defRPr sz="1100">
                <a:solidFill>
                  <a:schemeClr val="dk2"/>
                </a:solidFill>
              </a:defRPr>
            </a:lvl3pPr>
            <a:lvl4pPr lvl="3" rtl="0">
              <a:buNone/>
              <a:defRPr sz="1100">
                <a:solidFill>
                  <a:schemeClr val="dk2"/>
                </a:solidFill>
              </a:defRPr>
            </a:lvl4pPr>
            <a:lvl5pPr lvl="4" rtl="0">
              <a:buNone/>
              <a:defRPr sz="1100">
                <a:solidFill>
                  <a:schemeClr val="dk2"/>
                </a:solidFill>
              </a:defRPr>
            </a:lvl5pPr>
            <a:lvl6pPr lvl="5" rtl="0">
              <a:buNone/>
              <a:defRPr sz="1100">
                <a:solidFill>
                  <a:schemeClr val="dk2"/>
                </a:solidFill>
              </a:defRPr>
            </a:lvl6pPr>
            <a:lvl7pPr lvl="6" rtl="0">
              <a:buNone/>
              <a:defRPr sz="1100">
                <a:solidFill>
                  <a:schemeClr val="dk2"/>
                </a:solidFill>
              </a:defRPr>
            </a:lvl7pPr>
            <a:lvl8pPr lvl="7" rtl="0">
              <a:buNone/>
              <a:defRPr sz="1100">
                <a:solidFill>
                  <a:schemeClr val="dk2"/>
                </a:solidFill>
              </a:defRPr>
            </a:lvl8pPr>
            <a:lvl9pPr lvl="8" rtl="0">
              <a:buNone/>
              <a:defRPr sz="11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blank">
  <p:cSld name="BLANK">
    <p:spTree>
      <p:nvGrpSpPr>
        <p:cNvPr id="230" name="Shape 230"/>
        <p:cNvGrpSpPr/>
        <p:nvPr/>
      </p:nvGrpSpPr>
      <p:grpSpPr>
        <a:xfrm>
          <a:off x="0" y="0"/>
          <a:ext cx="0" cy="0"/>
          <a:chOff x="0" y="0"/>
          <a:chExt cx="0" cy="0"/>
        </a:xfrm>
      </p:grpSpPr>
      <p:sp>
        <p:nvSpPr>
          <p:cNvPr id="231" name="Google Shape;231;p36"/>
          <p:cNvSpPr txBox="1"/>
          <p:nvPr>
            <p:ph type="title"/>
          </p:nvPr>
        </p:nvSpPr>
        <p:spPr>
          <a:xfrm>
            <a:off x="697350" y="2932550"/>
            <a:ext cx="7749300" cy="1015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p:txBody>
      </p:sp>
      <p:sp>
        <p:nvSpPr>
          <p:cNvPr id="232" name="Google Shape;232;p36"/>
          <p:cNvSpPr txBox="1"/>
          <p:nvPr>
            <p:ph idx="2" type="title"/>
          </p:nvPr>
        </p:nvSpPr>
        <p:spPr>
          <a:xfrm>
            <a:off x="3278250" y="1194450"/>
            <a:ext cx="2587500" cy="1992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1"/>
              </a:buClr>
              <a:buSzPts val="12800"/>
              <a:buNone/>
              <a:defRPr sz="12800">
                <a:solidFill>
                  <a:schemeClr val="accent1"/>
                </a:solidFill>
              </a:defRPr>
            </a:lvl1pPr>
            <a:lvl2pPr lvl="1"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2pPr>
            <a:lvl3pPr lvl="2"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3pPr>
            <a:lvl4pPr lvl="3"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4pPr>
            <a:lvl5pPr lvl="4"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5pPr>
            <a:lvl6pPr lvl="5"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6pPr>
            <a:lvl7pPr lvl="6"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7pPr>
            <a:lvl8pPr lvl="7"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8pPr>
            <a:lvl9pPr lvl="8"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9pPr>
          </a:lstStyle>
          <a:p/>
        </p:txBody>
      </p:sp>
      <p:sp>
        <p:nvSpPr>
          <p:cNvPr id="233" name="Google Shape;233;p3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ext">
  <p:cSld name="TITLE_1">
    <p:spTree>
      <p:nvGrpSpPr>
        <p:cNvPr id="234" name="Shape 234"/>
        <p:cNvGrpSpPr/>
        <p:nvPr/>
      </p:nvGrpSpPr>
      <p:grpSpPr>
        <a:xfrm>
          <a:off x="0" y="0"/>
          <a:ext cx="0" cy="0"/>
          <a:chOff x="0" y="0"/>
          <a:chExt cx="0" cy="0"/>
        </a:xfrm>
      </p:grpSpPr>
      <p:sp>
        <p:nvSpPr>
          <p:cNvPr id="235" name="Google Shape;235;p37"/>
          <p:cNvSpPr/>
          <p:nvPr/>
        </p:nvSpPr>
        <p:spPr>
          <a:xfrm>
            <a:off x="0" y="0"/>
            <a:ext cx="9144000" cy="1631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37"/>
          <p:cNvSpPr txBox="1"/>
          <p:nvPr>
            <p:ph idx="1" type="subTitle"/>
          </p:nvPr>
        </p:nvSpPr>
        <p:spPr>
          <a:xfrm>
            <a:off x="791150" y="522625"/>
            <a:ext cx="5938800" cy="11082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3600"/>
              <a:buFont typeface="Hepta Slab Medium"/>
              <a:buNone/>
              <a:defRPr sz="3600">
                <a:solidFill>
                  <a:schemeClr val="accent1"/>
                </a:solidFill>
                <a:latin typeface="Hepta Slab Medium"/>
                <a:ea typeface="Hepta Slab Medium"/>
                <a:cs typeface="Hepta Slab Medium"/>
                <a:sym typeface="Hepta Slab Medium"/>
              </a:defRPr>
            </a:lvl1pPr>
            <a:lvl2pPr lvl="1">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p:txBody>
      </p:sp>
      <p:sp>
        <p:nvSpPr>
          <p:cNvPr id="237" name="Google Shape;237;p37"/>
          <p:cNvSpPr txBox="1"/>
          <p:nvPr>
            <p:ph idx="2" type="body"/>
          </p:nvPr>
        </p:nvSpPr>
        <p:spPr>
          <a:xfrm>
            <a:off x="810075" y="2065225"/>
            <a:ext cx="7539900" cy="2777400"/>
          </a:xfrm>
          <a:prstGeom prst="rect">
            <a:avLst/>
          </a:prstGeom>
        </p:spPr>
        <p:txBody>
          <a:bodyPr anchorCtr="0" anchor="t" bIns="91425" lIns="91425" spcFirstLastPara="1" rIns="91425" wrap="square" tIns="91425">
            <a:noAutofit/>
          </a:bodyPr>
          <a:lstStyle>
            <a:lvl1pPr indent="-406400" lvl="0" marL="457200">
              <a:spcBef>
                <a:spcPts val="0"/>
              </a:spcBef>
              <a:spcAft>
                <a:spcPts val="0"/>
              </a:spcAft>
              <a:buClr>
                <a:schemeClr val="lt1"/>
              </a:buClr>
              <a:buSzPts val="2800"/>
              <a:buChar char="●"/>
              <a:defRPr sz="2800">
                <a:solidFill>
                  <a:schemeClr val="lt1"/>
                </a:solidFill>
              </a:defRPr>
            </a:lvl1pPr>
            <a:lvl2pPr indent="-406400" lvl="1" marL="914400">
              <a:spcBef>
                <a:spcPts val="0"/>
              </a:spcBef>
              <a:spcAft>
                <a:spcPts val="0"/>
              </a:spcAft>
              <a:buClr>
                <a:schemeClr val="lt1"/>
              </a:buClr>
              <a:buSzPts val="2800"/>
              <a:buChar char="○"/>
              <a:defRPr sz="2800">
                <a:solidFill>
                  <a:schemeClr val="lt1"/>
                </a:solidFill>
              </a:defRPr>
            </a:lvl2pPr>
            <a:lvl3pPr indent="-406400" lvl="2" marL="1371600">
              <a:spcBef>
                <a:spcPts val="0"/>
              </a:spcBef>
              <a:spcAft>
                <a:spcPts val="0"/>
              </a:spcAft>
              <a:buClr>
                <a:schemeClr val="lt1"/>
              </a:buClr>
              <a:buSzPts val="2800"/>
              <a:buChar char="■"/>
              <a:defRPr sz="2800">
                <a:solidFill>
                  <a:schemeClr val="lt1"/>
                </a:solidFill>
              </a:defRPr>
            </a:lvl3pPr>
            <a:lvl4pPr indent="-406400" lvl="3" marL="1828800">
              <a:spcBef>
                <a:spcPts val="0"/>
              </a:spcBef>
              <a:spcAft>
                <a:spcPts val="0"/>
              </a:spcAft>
              <a:buClr>
                <a:schemeClr val="lt1"/>
              </a:buClr>
              <a:buSzPts val="2800"/>
              <a:buChar char="●"/>
              <a:defRPr sz="2800">
                <a:solidFill>
                  <a:schemeClr val="lt1"/>
                </a:solidFill>
              </a:defRPr>
            </a:lvl4pPr>
            <a:lvl5pPr indent="-406400" lvl="4" marL="2286000">
              <a:spcBef>
                <a:spcPts val="0"/>
              </a:spcBef>
              <a:spcAft>
                <a:spcPts val="0"/>
              </a:spcAft>
              <a:buClr>
                <a:schemeClr val="lt1"/>
              </a:buClr>
              <a:buSzPts val="2800"/>
              <a:buChar char="○"/>
              <a:defRPr sz="2800">
                <a:solidFill>
                  <a:schemeClr val="lt1"/>
                </a:solidFill>
              </a:defRPr>
            </a:lvl5pPr>
            <a:lvl6pPr indent="-406400" lvl="5" marL="2743200">
              <a:spcBef>
                <a:spcPts val="0"/>
              </a:spcBef>
              <a:spcAft>
                <a:spcPts val="0"/>
              </a:spcAft>
              <a:buClr>
                <a:schemeClr val="lt1"/>
              </a:buClr>
              <a:buSzPts val="2800"/>
              <a:buChar char="■"/>
              <a:defRPr sz="2800">
                <a:solidFill>
                  <a:schemeClr val="lt1"/>
                </a:solidFill>
              </a:defRPr>
            </a:lvl6pPr>
            <a:lvl7pPr indent="-406400" lvl="6" marL="3200400">
              <a:spcBef>
                <a:spcPts val="0"/>
              </a:spcBef>
              <a:spcAft>
                <a:spcPts val="0"/>
              </a:spcAft>
              <a:buClr>
                <a:schemeClr val="lt1"/>
              </a:buClr>
              <a:buSzPts val="2800"/>
              <a:buChar char="●"/>
              <a:defRPr sz="2800">
                <a:solidFill>
                  <a:schemeClr val="lt1"/>
                </a:solidFill>
              </a:defRPr>
            </a:lvl7pPr>
            <a:lvl8pPr indent="-406400" lvl="7" marL="3657600">
              <a:spcBef>
                <a:spcPts val="0"/>
              </a:spcBef>
              <a:spcAft>
                <a:spcPts val="0"/>
              </a:spcAft>
              <a:buClr>
                <a:schemeClr val="lt1"/>
              </a:buClr>
              <a:buSzPts val="2800"/>
              <a:buChar char="○"/>
              <a:defRPr sz="2800">
                <a:solidFill>
                  <a:schemeClr val="lt1"/>
                </a:solidFill>
              </a:defRPr>
            </a:lvl8pPr>
            <a:lvl9pPr indent="-406400" lvl="8" marL="4114800">
              <a:spcBef>
                <a:spcPts val="0"/>
              </a:spcBef>
              <a:spcAft>
                <a:spcPts val="0"/>
              </a:spcAft>
              <a:buClr>
                <a:schemeClr val="lt1"/>
              </a:buClr>
              <a:buSzPts val="2800"/>
              <a:buChar char="■"/>
              <a:defRPr sz="2800">
                <a:solidFill>
                  <a:schemeClr val="lt1"/>
                </a:solidFill>
              </a:defRPr>
            </a:lvl9pPr>
          </a:lstStyle>
          <a:p/>
        </p:txBody>
      </p:sp>
      <p:sp>
        <p:nvSpPr>
          <p:cNvPr id="238" name="Google Shape;238;p37"/>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1"/>
                </a:solidFill>
              </a:defRPr>
            </a:lvl1pPr>
            <a:lvl2pPr lvl="1" rtl="0">
              <a:buNone/>
              <a:defRPr sz="1100">
                <a:solidFill>
                  <a:schemeClr val="accent1"/>
                </a:solidFill>
              </a:defRPr>
            </a:lvl2pPr>
            <a:lvl3pPr lvl="2" rtl="0">
              <a:buNone/>
              <a:defRPr sz="1100">
                <a:solidFill>
                  <a:schemeClr val="accent1"/>
                </a:solidFill>
              </a:defRPr>
            </a:lvl3pPr>
            <a:lvl4pPr lvl="3" rtl="0">
              <a:buNone/>
              <a:defRPr sz="1100">
                <a:solidFill>
                  <a:schemeClr val="accent1"/>
                </a:solidFill>
              </a:defRPr>
            </a:lvl4pPr>
            <a:lvl5pPr lvl="4" rtl="0">
              <a:buNone/>
              <a:defRPr sz="1100">
                <a:solidFill>
                  <a:schemeClr val="accent1"/>
                </a:solidFill>
              </a:defRPr>
            </a:lvl5pPr>
            <a:lvl6pPr lvl="5" rtl="0">
              <a:buNone/>
              <a:defRPr sz="1100">
                <a:solidFill>
                  <a:schemeClr val="accent1"/>
                </a:solidFill>
              </a:defRPr>
            </a:lvl6pPr>
            <a:lvl7pPr lvl="6" rtl="0">
              <a:buNone/>
              <a:defRPr sz="1100">
                <a:solidFill>
                  <a:schemeClr val="accent1"/>
                </a:solidFill>
              </a:defRPr>
            </a:lvl7pPr>
            <a:lvl8pPr lvl="7" rtl="0">
              <a:buNone/>
              <a:defRPr sz="1100">
                <a:solidFill>
                  <a:schemeClr val="accent1"/>
                </a:solidFill>
              </a:defRPr>
            </a:lvl8pPr>
            <a:lvl9pPr lvl="8" rtl="0">
              <a:buNone/>
              <a:defRPr sz="11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Background Image + Text">
  <p:cSld name="CUSTOM">
    <p:spTree>
      <p:nvGrpSpPr>
        <p:cNvPr id="239" name="Shape 239"/>
        <p:cNvGrpSpPr/>
        <p:nvPr/>
      </p:nvGrpSpPr>
      <p:grpSpPr>
        <a:xfrm>
          <a:off x="0" y="0"/>
          <a:ext cx="0" cy="0"/>
          <a:chOff x="0" y="0"/>
          <a:chExt cx="0" cy="0"/>
        </a:xfrm>
      </p:grpSpPr>
      <p:sp>
        <p:nvSpPr>
          <p:cNvPr id="240" name="Google Shape;240;p38"/>
          <p:cNvSpPr/>
          <p:nvPr>
            <p:ph idx="2" type="pic"/>
          </p:nvPr>
        </p:nvSpPr>
        <p:spPr>
          <a:xfrm>
            <a:off x="0" y="0"/>
            <a:ext cx="9144000" cy="5143500"/>
          </a:xfrm>
          <a:prstGeom prst="rect">
            <a:avLst/>
          </a:prstGeom>
          <a:noFill/>
          <a:ln>
            <a:noFill/>
          </a:ln>
        </p:spPr>
      </p:sp>
      <p:sp>
        <p:nvSpPr>
          <p:cNvPr id="241" name="Google Shape;241;p38"/>
          <p:cNvSpPr txBox="1"/>
          <p:nvPr>
            <p:ph idx="1" type="body"/>
          </p:nvPr>
        </p:nvSpPr>
        <p:spPr>
          <a:xfrm>
            <a:off x="4655675" y="956675"/>
            <a:ext cx="3965400" cy="775200"/>
          </a:xfrm>
          <a:prstGeom prst="rect">
            <a:avLst/>
          </a:prstGeom>
          <a:solidFill>
            <a:schemeClr val="lt1"/>
          </a:solidFill>
        </p:spPr>
        <p:txBody>
          <a:bodyPr anchorCtr="0" anchor="t" bIns="274300" lIns="274300" spcFirstLastPara="1" rIns="274300" wrap="square" tIns="0">
            <a:noAutofit/>
          </a:bodyPr>
          <a:lstStyle>
            <a:lvl1pPr indent="-298450" lvl="0" marL="457200">
              <a:spcBef>
                <a:spcPts val="0"/>
              </a:spcBef>
              <a:spcAft>
                <a:spcPts val="0"/>
              </a:spcAft>
              <a:buClr>
                <a:schemeClr val="dk1"/>
              </a:buClr>
              <a:buSzPts val="1100"/>
              <a:buFont typeface="Barlow"/>
              <a:buChar char="●"/>
              <a:defRPr sz="1100">
                <a:latin typeface="Barlow"/>
                <a:ea typeface="Barlow"/>
                <a:cs typeface="Barlow"/>
                <a:sym typeface="Barlow"/>
              </a:defRPr>
            </a:lvl1pPr>
            <a:lvl2pPr indent="-298450" lvl="1" marL="914400">
              <a:spcBef>
                <a:spcPts val="0"/>
              </a:spcBef>
              <a:spcAft>
                <a:spcPts val="0"/>
              </a:spcAft>
              <a:buClr>
                <a:schemeClr val="dk1"/>
              </a:buClr>
              <a:buSzPts val="1100"/>
              <a:buFont typeface="Barlow"/>
              <a:buChar char="○"/>
              <a:defRPr sz="1100">
                <a:latin typeface="Barlow"/>
                <a:ea typeface="Barlow"/>
                <a:cs typeface="Barlow"/>
                <a:sym typeface="Barlow"/>
              </a:defRPr>
            </a:lvl2pPr>
            <a:lvl3pPr indent="-298450" lvl="2" marL="1371600">
              <a:spcBef>
                <a:spcPts val="0"/>
              </a:spcBef>
              <a:spcAft>
                <a:spcPts val="0"/>
              </a:spcAft>
              <a:buClr>
                <a:schemeClr val="dk1"/>
              </a:buClr>
              <a:buSzPts val="1100"/>
              <a:buFont typeface="Barlow"/>
              <a:buChar char="■"/>
              <a:defRPr sz="1100">
                <a:latin typeface="Barlow"/>
                <a:ea typeface="Barlow"/>
                <a:cs typeface="Barlow"/>
                <a:sym typeface="Barlow"/>
              </a:defRPr>
            </a:lvl3pPr>
            <a:lvl4pPr indent="-298450" lvl="3" marL="1828800">
              <a:spcBef>
                <a:spcPts val="0"/>
              </a:spcBef>
              <a:spcAft>
                <a:spcPts val="0"/>
              </a:spcAft>
              <a:buClr>
                <a:schemeClr val="dk1"/>
              </a:buClr>
              <a:buSzPts val="1100"/>
              <a:buFont typeface="Barlow"/>
              <a:buChar char="●"/>
              <a:defRPr sz="1100">
                <a:latin typeface="Barlow"/>
                <a:ea typeface="Barlow"/>
                <a:cs typeface="Barlow"/>
                <a:sym typeface="Barlow"/>
              </a:defRPr>
            </a:lvl4pPr>
            <a:lvl5pPr indent="-298450" lvl="4" marL="2286000">
              <a:spcBef>
                <a:spcPts val="0"/>
              </a:spcBef>
              <a:spcAft>
                <a:spcPts val="0"/>
              </a:spcAft>
              <a:buClr>
                <a:schemeClr val="dk1"/>
              </a:buClr>
              <a:buSzPts val="1100"/>
              <a:buFont typeface="Barlow"/>
              <a:buChar char="○"/>
              <a:defRPr>
                <a:latin typeface="Barlow"/>
                <a:ea typeface="Barlow"/>
                <a:cs typeface="Barlow"/>
                <a:sym typeface="Barlow"/>
              </a:defRPr>
            </a:lvl5pPr>
            <a:lvl6pPr indent="-298450" lvl="5" marL="2743200">
              <a:spcBef>
                <a:spcPts val="0"/>
              </a:spcBef>
              <a:spcAft>
                <a:spcPts val="0"/>
              </a:spcAft>
              <a:buClr>
                <a:schemeClr val="dk1"/>
              </a:buClr>
              <a:buSzPts val="1100"/>
              <a:buFont typeface="Barlow"/>
              <a:buChar char="■"/>
              <a:defRPr sz="1100">
                <a:latin typeface="Barlow"/>
                <a:ea typeface="Barlow"/>
                <a:cs typeface="Barlow"/>
                <a:sym typeface="Barlow"/>
              </a:defRPr>
            </a:lvl6pPr>
            <a:lvl7pPr indent="-298450" lvl="6" marL="3200400">
              <a:spcBef>
                <a:spcPts val="0"/>
              </a:spcBef>
              <a:spcAft>
                <a:spcPts val="0"/>
              </a:spcAft>
              <a:buClr>
                <a:schemeClr val="dk1"/>
              </a:buClr>
              <a:buSzPts val="1100"/>
              <a:buFont typeface="Barlow"/>
              <a:buChar char="●"/>
              <a:defRPr sz="1100">
                <a:latin typeface="Barlow"/>
                <a:ea typeface="Barlow"/>
                <a:cs typeface="Barlow"/>
                <a:sym typeface="Barlow"/>
              </a:defRPr>
            </a:lvl7pPr>
            <a:lvl8pPr indent="-298450" lvl="7" marL="3657600">
              <a:spcBef>
                <a:spcPts val="0"/>
              </a:spcBef>
              <a:spcAft>
                <a:spcPts val="0"/>
              </a:spcAft>
              <a:buClr>
                <a:schemeClr val="dk1"/>
              </a:buClr>
              <a:buSzPts val="1100"/>
              <a:buFont typeface="Barlow"/>
              <a:buChar char="○"/>
              <a:defRPr sz="1100">
                <a:latin typeface="Barlow"/>
                <a:ea typeface="Barlow"/>
                <a:cs typeface="Barlow"/>
                <a:sym typeface="Barlow"/>
              </a:defRPr>
            </a:lvl8pPr>
            <a:lvl9pPr indent="-298450" lvl="8" marL="4114800">
              <a:spcBef>
                <a:spcPts val="0"/>
              </a:spcBef>
              <a:spcAft>
                <a:spcPts val="0"/>
              </a:spcAft>
              <a:buClr>
                <a:schemeClr val="dk1"/>
              </a:buClr>
              <a:buSzPts val="1100"/>
              <a:buFont typeface="Barlow"/>
              <a:buChar char="■"/>
              <a:defRPr sz="1100">
                <a:latin typeface="Barlow"/>
                <a:ea typeface="Barlow"/>
                <a:cs typeface="Barlow"/>
                <a:sym typeface="Barlow"/>
              </a:defRPr>
            </a:lvl9pPr>
          </a:lstStyle>
          <a:p/>
        </p:txBody>
      </p:sp>
      <p:sp>
        <p:nvSpPr>
          <p:cNvPr id="242" name="Google Shape;242;p38"/>
          <p:cNvSpPr txBox="1"/>
          <p:nvPr>
            <p:ph idx="3" type="subTitle"/>
          </p:nvPr>
        </p:nvSpPr>
        <p:spPr>
          <a:xfrm>
            <a:off x="4655675" y="522900"/>
            <a:ext cx="3965400" cy="442800"/>
          </a:xfrm>
          <a:prstGeom prst="rect">
            <a:avLst/>
          </a:prstGeom>
          <a:solidFill>
            <a:schemeClr val="lt1"/>
          </a:solidFill>
        </p:spPr>
        <p:txBody>
          <a:bodyPr anchorCtr="0" anchor="b" bIns="0" lIns="274300" spcFirstLastPara="1" rIns="274300" wrap="square" tIns="274300">
            <a:noAutofit/>
          </a:bodyPr>
          <a:lstStyle>
            <a:lvl1pPr lvl="0">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1pPr>
            <a:lvl2pPr lvl="1">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p:txBody>
      </p:sp>
      <p:sp>
        <p:nvSpPr>
          <p:cNvPr id="243" name="Google Shape;243;p38"/>
          <p:cNvSpPr txBox="1"/>
          <p:nvPr>
            <p:ph idx="4" type="body"/>
          </p:nvPr>
        </p:nvSpPr>
        <p:spPr>
          <a:xfrm>
            <a:off x="524350" y="4144800"/>
            <a:ext cx="1558800" cy="475800"/>
          </a:xfrm>
          <a:prstGeom prst="rect">
            <a:avLst/>
          </a:prstGeom>
          <a:solidFill>
            <a:schemeClr val="lt1"/>
          </a:solidFill>
        </p:spPr>
        <p:txBody>
          <a:bodyPr anchorCtr="0" anchor="t" bIns="137150" lIns="137150" spcFirstLastPara="1" rIns="137150" wrap="square" tIns="137150">
            <a:noAutofit/>
          </a:bodyPr>
          <a:lstStyle>
            <a:lvl1pPr indent="-273050" lvl="0" marL="457200">
              <a:spcBef>
                <a:spcPts val="0"/>
              </a:spcBef>
              <a:spcAft>
                <a:spcPts val="0"/>
              </a:spcAft>
              <a:buClr>
                <a:schemeClr val="dk1"/>
              </a:buClr>
              <a:buSzPts val="700"/>
              <a:buFont typeface="Barlow"/>
              <a:buChar char="●"/>
              <a:defRPr sz="700">
                <a:latin typeface="Barlow"/>
                <a:ea typeface="Barlow"/>
                <a:cs typeface="Barlow"/>
                <a:sym typeface="Barlow"/>
              </a:defRPr>
            </a:lvl1pPr>
            <a:lvl2pPr indent="-273050" lvl="1" marL="914400">
              <a:spcBef>
                <a:spcPts val="0"/>
              </a:spcBef>
              <a:spcAft>
                <a:spcPts val="0"/>
              </a:spcAft>
              <a:buClr>
                <a:schemeClr val="dk1"/>
              </a:buClr>
              <a:buSzPts val="700"/>
              <a:buFont typeface="Barlow"/>
              <a:buChar char="○"/>
              <a:defRPr sz="700">
                <a:latin typeface="Barlow"/>
                <a:ea typeface="Barlow"/>
                <a:cs typeface="Barlow"/>
                <a:sym typeface="Barlow"/>
              </a:defRPr>
            </a:lvl2pPr>
            <a:lvl3pPr indent="-273050" lvl="2" marL="1371600">
              <a:spcBef>
                <a:spcPts val="0"/>
              </a:spcBef>
              <a:spcAft>
                <a:spcPts val="0"/>
              </a:spcAft>
              <a:buClr>
                <a:schemeClr val="dk1"/>
              </a:buClr>
              <a:buSzPts val="700"/>
              <a:buFont typeface="Barlow"/>
              <a:buChar char="■"/>
              <a:defRPr sz="700">
                <a:latin typeface="Barlow"/>
                <a:ea typeface="Barlow"/>
                <a:cs typeface="Barlow"/>
                <a:sym typeface="Barlow"/>
              </a:defRPr>
            </a:lvl3pPr>
            <a:lvl4pPr indent="-273050" lvl="3" marL="1828800">
              <a:spcBef>
                <a:spcPts val="0"/>
              </a:spcBef>
              <a:spcAft>
                <a:spcPts val="0"/>
              </a:spcAft>
              <a:buClr>
                <a:schemeClr val="dk1"/>
              </a:buClr>
              <a:buSzPts val="700"/>
              <a:buFont typeface="Barlow"/>
              <a:buChar char="●"/>
              <a:defRPr sz="700">
                <a:latin typeface="Barlow"/>
                <a:ea typeface="Barlow"/>
                <a:cs typeface="Barlow"/>
                <a:sym typeface="Barlow"/>
              </a:defRPr>
            </a:lvl4pPr>
            <a:lvl5pPr indent="-273050" lvl="4" marL="2286000">
              <a:spcBef>
                <a:spcPts val="0"/>
              </a:spcBef>
              <a:spcAft>
                <a:spcPts val="0"/>
              </a:spcAft>
              <a:buClr>
                <a:schemeClr val="dk1"/>
              </a:buClr>
              <a:buSzPts val="700"/>
              <a:buFont typeface="Barlow"/>
              <a:buChar char="○"/>
              <a:defRPr sz="700">
                <a:latin typeface="Barlow"/>
                <a:ea typeface="Barlow"/>
                <a:cs typeface="Barlow"/>
                <a:sym typeface="Barlow"/>
              </a:defRPr>
            </a:lvl5pPr>
            <a:lvl6pPr indent="-273050" lvl="5" marL="2743200">
              <a:spcBef>
                <a:spcPts val="0"/>
              </a:spcBef>
              <a:spcAft>
                <a:spcPts val="0"/>
              </a:spcAft>
              <a:buClr>
                <a:schemeClr val="dk1"/>
              </a:buClr>
              <a:buSzPts val="700"/>
              <a:buFont typeface="Barlow"/>
              <a:buChar char="■"/>
              <a:defRPr sz="700">
                <a:latin typeface="Barlow"/>
                <a:ea typeface="Barlow"/>
                <a:cs typeface="Barlow"/>
                <a:sym typeface="Barlow"/>
              </a:defRPr>
            </a:lvl6pPr>
            <a:lvl7pPr indent="-273050" lvl="6" marL="3200400">
              <a:spcBef>
                <a:spcPts val="0"/>
              </a:spcBef>
              <a:spcAft>
                <a:spcPts val="0"/>
              </a:spcAft>
              <a:buClr>
                <a:schemeClr val="dk1"/>
              </a:buClr>
              <a:buSzPts val="700"/>
              <a:buFont typeface="Barlow"/>
              <a:buChar char="●"/>
              <a:defRPr sz="700">
                <a:latin typeface="Barlow"/>
                <a:ea typeface="Barlow"/>
                <a:cs typeface="Barlow"/>
                <a:sym typeface="Barlow"/>
              </a:defRPr>
            </a:lvl7pPr>
            <a:lvl8pPr indent="-273050" lvl="7" marL="3657600">
              <a:spcBef>
                <a:spcPts val="0"/>
              </a:spcBef>
              <a:spcAft>
                <a:spcPts val="0"/>
              </a:spcAft>
              <a:buClr>
                <a:schemeClr val="dk1"/>
              </a:buClr>
              <a:buSzPts val="700"/>
              <a:buFont typeface="Barlow"/>
              <a:buChar char="○"/>
              <a:defRPr sz="700">
                <a:latin typeface="Barlow"/>
                <a:ea typeface="Barlow"/>
                <a:cs typeface="Barlow"/>
                <a:sym typeface="Barlow"/>
              </a:defRPr>
            </a:lvl8pPr>
            <a:lvl9pPr indent="-273050" lvl="8" marL="4114800">
              <a:spcBef>
                <a:spcPts val="0"/>
              </a:spcBef>
              <a:spcAft>
                <a:spcPts val="0"/>
              </a:spcAft>
              <a:buClr>
                <a:schemeClr val="dk1"/>
              </a:buClr>
              <a:buSzPts val="700"/>
              <a:buFont typeface="Barlow"/>
              <a:buChar char="■"/>
              <a:defRPr sz="700">
                <a:latin typeface="Barlow"/>
                <a:ea typeface="Barlow"/>
                <a:cs typeface="Barlow"/>
                <a:sym typeface="Barlow"/>
              </a:defRPr>
            </a:lvl9pPr>
          </a:lstStyle>
          <a:p/>
        </p:txBody>
      </p:sp>
      <p:sp>
        <p:nvSpPr>
          <p:cNvPr id="244" name="Google Shape;244;p3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atin typeface="Barlow"/>
                <a:ea typeface="Barlow"/>
                <a:cs typeface="Barlow"/>
                <a:sym typeface="Barlow"/>
              </a:defRPr>
            </a:lvl1pPr>
            <a:lvl2pPr lvl="1">
              <a:buNone/>
              <a:defRPr>
                <a:latin typeface="Barlow"/>
                <a:ea typeface="Barlow"/>
                <a:cs typeface="Barlow"/>
                <a:sym typeface="Barlow"/>
              </a:defRPr>
            </a:lvl2pPr>
            <a:lvl3pPr lvl="2">
              <a:buNone/>
              <a:defRPr>
                <a:latin typeface="Barlow"/>
                <a:ea typeface="Barlow"/>
                <a:cs typeface="Barlow"/>
                <a:sym typeface="Barlow"/>
              </a:defRPr>
            </a:lvl3pPr>
            <a:lvl4pPr lvl="3">
              <a:buNone/>
              <a:defRPr>
                <a:latin typeface="Barlow"/>
                <a:ea typeface="Barlow"/>
                <a:cs typeface="Barlow"/>
                <a:sym typeface="Barlow"/>
              </a:defRPr>
            </a:lvl4pPr>
            <a:lvl5pPr lvl="4">
              <a:buNone/>
              <a:defRPr>
                <a:latin typeface="Barlow"/>
                <a:ea typeface="Barlow"/>
                <a:cs typeface="Barlow"/>
                <a:sym typeface="Barlow"/>
              </a:defRPr>
            </a:lvl5pPr>
            <a:lvl6pPr lvl="5">
              <a:buNone/>
              <a:defRPr>
                <a:latin typeface="Barlow"/>
                <a:ea typeface="Barlow"/>
                <a:cs typeface="Barlow"/>
                <a:sym typeface="Barlow"/>
              </a:defRPr>
            </a:lvl6pPr>
            <a:lvl7pPr lvl="6">
              <a:buNone/>
              <a:defRPr>
                <a:latin typeface="Barlow"/>
                <a:ea typeface="Barlow"/>
                <a:cs typeface="Barlow"/>
                <a:sym typeface="Barlow"/>
              </a:defRPr>
            </a:lvl7pPr>
            <a:lvl8pPr lvl="7">
              <a:buNone/>
              <a:defRPr>
                <a:latin typeface="Barlow"/>
                <a:ea typeface="Barlow"/>
                <a:cs typeface="Barlow"/>
                <a:sym typeface="Barlow"/>
              </a:defRPr>
            </a:lvl8pPr>
            <a:lvl9pPr lvl="8">
              <a:buNone/>
              <a:defRPr>
                <a:latin typeface="Barlow"/>
                <a:ea typeface="Barlow"/>
                <a:cs typeface="Barlow"/>
                <a:sym typeface="Barlow"/>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Image">
  <p:cSld name="CUSTOM_1">
    <p:spTree>
      <p:nvGrpSpPr>
        <p:cNvPr id="245" name="Shape 245"/>
        <p:cNvGrpSpPr/>
        <p:nvPr/>
      </p:nvGrpSpPr>
      <p:grpSpPr>
        <a:xfrm>
          <a:off x="0" y="0"/>
          <a:ext cx="0" cy="0"/>
          <a:chOff x="0" y="0"/>
          <a:chExt cx="0" cy="0"/>
        </a:xfrm>
      </p:grpSpPr>
      <p:sp>
        <p:nvSpPr>
          <p:cNvPr id="246" name="Google Shape;246;p39"/>
          <p:cNvSpPr/>
          <p:nvPr>
            <p:ph idx="2" type="pic"/>
          </p:nvPr>
        </p:nvSpPr>
        <p:spPr>
          <a:xfrm>
            <a:off x="5485725" y="523025"/>
            <a:ext cx="3135300" cy="4097700"/>
          </a:xfrm>
          <a:prstGeom prst="roundRect">
            <a:avLst>
              <a:gd fmla="val 16667" name="adj"/>
            </a:avLst>
          </a:prstGeom>
          <a:noFill/>
          <a:ln>
            <a:noFill/>
          </a:ln>
        </p:spPr>
      </p:sp>
      <p:sp>
        <p:nvSpPr>
          <p:cNvPr id="247" name="Google Shape;247;p39"/>
          <p:cNvSpPr txBox="1"/>
          <p:nvPr>
            <p:ph type="title"/>
          </p:nvPr>
        </p:nvSpPr>
        <p:spPr>
          <a:xfrm>
            <a:off x="591441" y="391675"/>
            <a:ext cx="4397400" cy="3178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248" name="Google Shape;248;p39"/>
          <p:cNvSpPr txBox="1"/>
          <p:nvPr>
            <p:ph idx="1" type="body"/>
          </p:nvPr>
        </p:nvSpPr>
        <p:spPr>
          <a:xfrm>
            <a:off x="638750" y="4413181"/>
            <a:ext cx="5537100" cy="310500"/>
          </a:xfrm>
          <a:prstGeom prst="rect">
            <a:avLst/>
          </a:prstGeom>
        </p:spPr>
        <p:txBody>
          <a:bodyPr anchorCtr="0" anchor="b" bIns="91425" lIns="91425" spcFirstLastPara="1" rIns="91425" wrap="square" tIns="91425">
            <a:noAutofit/>
          </a:bodyPr>
          <a:lstStyle>
            <a:lvl1pPr indent="-298450" lvl="0" marL="4572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1pPr>
            <a:lvl2pPr indent="-298450" lvl="1" marL="9144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2pPr>
            <a:lvl3pPr indent="-298450" lvl="2" marL="13716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3pPr>
            <a:lvl4pPr indent="-298450" lvl="3" marL="18288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4pPr>
            <a:lvl5pPr indent="-298450" lvl="4" marL="2286000">
              <a:spcBef>
                <a:spcPts val="0"/>
              </a:spcBef>
              <a:spcAft>
                <a:spcPts val="0"/>
              </a:spcAft>
              <a:buClr>
                <a:schemeClr val="lt1"/>
              </a:buClr>
              <a:buSzPts val="1100"/>
              <a:buFont typeface="Barlow Medium"/>
              <a:buChar char="○"/>
              <a:defRPr>
                <a:solidFill>
                  <a:schemeClr val="lt1"/>
                </a:solidFill>
                <a:latin typeface="Barlow Medium"/>
                <a:ea typeface="Barlow Medium"/>
                <a:cs typeface="Barlow Medium"/>
                <a:sym typeface="Barlow Medium"/>
              </a:defRPr>
            </a:lvl5pPr>
            <a:lvl6pPr indent="-298450" lvl="5" marL="27432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6pPr>
            <a:lvl7pPr indent="-298450" lvl="6" marL="32004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7pPr>
            <a:lvl8pPr indent="-298450" lvl="7" marL="36576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8pPr>
            <a:lvl9pPr indent="-298450" lvl="8" marL="41148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9pPr>
          </a:lstStyle>
          <a:p/>
        </p:txBody>
      </p:sp>
      <p:sp>
        <p:nvSpPr>
          <p:cNvPr id="249" name="Google Shape;249;p39"/>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1"/>
                </a:solidFill>
              </a:defRPr>
            </a:lvl1pPr>
            <a:lvl2pPr lvl="1" rtl="0">
              <a:buNone/>
              <a:defRPr sz="1100">
                <a:solidFill>
                  <a:schemeClr val="accent1"/>
                </a:solidFill>
              </a:defRPr>
            </a:lvl2pPr>
            <a:lvl3pPr lvl="2" rtl="0">
              <a:buNone/>
              <a:defRPr sz="1100">
                <a:solidFill>
                  <a:schemeClr val="accent1"/>
                </a:solidFill>
              </a:defRPr>
            </a:lvl3pPr>
            <a:lvl4pPr lvl="3" rtl="0">
              <a:buNone/>
              <a:defRPr sz="1100">
                <a:solidFill>
                  <a:schemeClr val="accent1"/>
                </a:solidFill>
              </a:defRPr>
            </a:lvl4pPr>
            <a:lvl5pPr lvl="4" rtl="0">
              <a:buNone/>
              <a:defRPr sz="1100">
                <a:solidFill>
                  <a:schemeClr val="accent1"/>
                </a:solidFill>
              </a:defRPr>
            </a:lvl5pPr>
            <a:lvl6pPr lvl="5" rtl="0">
              <a:buNone/>
              <a:defRPr sz="1100">
                <a:solidFill>
                  <a:schemeClr val="accent1"/>
                </a:solidFill>
              </a:defRPr>
            </a:lvl6pPr>
            <a:lvl7pPr lvl="6" rtl="0">
              <a:buNone/>
              <a:defRPr sz="1100">
                <a:solidFill>
                  <a:schemeClr val="accent1"/>
                </a:solidFill>
              </a:defRPr>
            </a:lvl7pPr>
            <a:lvl8pPr lvl="7" rtl="0">
              <a:buNone/>
              <a:defRPr sz="1100">
                <a:solidFill>
                  <a:schemeClr val="accent1"/>
                </a:solidFill>
              </a:defRPr>
            </a:lvl8pPr>
            <a:lvl9pPr lvl="8" rtl="0">
              <a:buNone/>
              <a:defRPr sz="11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als + 5 Images">
  <p:cSld name="CUSTOM_2">
    <p:spTree>
      <p:nvGrpSpPr>
        <p:cNvPr id="250" name="Shape 250"/>
        <p:cNvGrpSpPr/>
        <p:nvPr/>
      </p:nvGrpSpPr>
      <p:grpSpPr>
        <a:xfrm>
          <a:off x="0" y="0"/>
          <a:ext cx="0" cy="0"/>
          <a:chOff x="0" y="0"/>
          <a:chExt cx="0" cy="0"/>
        </a:xfrm>
      </p:grpSpPr>
      <p:sp>
        <p:nvSpPr>
          <p:cNvPr id="251" name="Google Shape;251;p40"/>
          <p:cNvSpPr txBox="1"/>
          <p:nvPr>
            <p:ph idx="1" type="body"/>
          </p:nvPr>
        </p:nvSpPr>
        <p:spPr>
          <a:xfrm>
            <a:off x="5481425" y="2715575"/>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52" name="Google Shape;252;p40"/>
          <p:cNvSpPr txBox="1"/>
          <p:nvPr>
            <p:ph idx="2" type="body"/>
          </p:nvPr>
        </p:nvSpPr>
        <p:spPr>
          <a:xfrm>
            <a:off x="3918400" y="2715725"/>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53" name="Google Shape;253;p40"/>
          <p:cNvSpPr txBox="1"/>
          <p:nvPr>
            <p:ph idx="3" type="body"/>
          </p:nvPr>
        </p:nvSpPr>
        <p:spPr>
          <a:xfrm>
            <a:off x="2349550" y="2715575"/>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54" name="Google Shape;254;p40"/>
          <p:cNvSpPr txBox="1"/>
          <p:nvPr>
            <p:ph idx="4" type="body"/>
          </p:nvPr>
        </p:nvSpPr>
        <p:spPr>
          <a:xfrm>
            <a:off x="79115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255" name="Google Shape;255;p40"/>
          <p:cNvSpPr txBox="1"/>
          <p:nvPr>
            <p:ph idx="5" type="body"/>
          </p:nvPr>
        </p:nvSpPr>
        <p:spPr>
          <a:xfrm>
            <a:off x="79115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56" name="Google Shape;256;p40"/>
          <p:cNvSpPr txBox="1"/>
          <p:nvPr>
            <p:ph idx="6" type="body"/>
          </p:nvPr>
        </p:nvSpPr>
        <p:spPr>
          <a:xfrm>
            <a:off x="704445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cxnSp>
        <p:nvCxnSpPr>
          <p:cNvPr id="257" name="Google Shape;257;p40"/>
          <p:cNvCxnSpPr/>
          <p:nvPr/>
        </p:nvCxnSpPr>
        <p:spPr>
          <a:xfrm rot="10800000">
            <a:off x="827250" y="1481375"/>
            <a:ext cx="7489500" cy="0"/>
          </a:xfrm>
          <a:prstGeom prst="straightConnector1">
            <a:avLst/>
          </a:prstGeom>
          <a:noFill/>
          <a:ln cap="flat" cmpd="sng" w="19050">
            <a:solidFill>
              <a:schemeClr val="accent1"/>
            </a:solidFill>
            <a:prstDash val="solid"/>
            <a:round/>
            <a:headEnd len="med" w="med" type="none"/>
            <a:tailEnd len="med" w="med" type="none"/>
          </a:ln>
        </p:spPr>
      </p:cxnSp>
      <p:sp>
        <p:nvSpPr>
          <p:cNvPr id="258" name="Google Shape;258;p40"/>
          <p:cNvSpPr/>
          <p:nvPr>
            <p:ph idx="7" type="pic"/>
          </p:nvPr>
        </p:nvSpPr>
        <p:spPr>
          <a:xfrm>
            <a:off x="7049625" y="523025"/>
            <a:ext cx="1305900" cy="1918500"/>
          </a:xfrm>
          <a:prstGeom prst="roundRect">
            <a:avLst>
              <a:gd fmla="val 16667" name="adj"/>
            </a:avLst>
          </a:prstGeom>
          <a:noFill/>
          <a:ln>
            <a:noFill/>
          </a:ln>
        </p:spPr>
      </p:sp>
      <p:sp>
        <p:nvSpPr>
          <p:cNvPr id="259" name="Google Shape;259;p40"/>
          <p:cNvSpPr/>
          <p:nvPr>
            <p:ph idx="8" type="pic"/>
          </p:nvPr>
        </p:nvSpPr>
        <p:spPr>
          <a:xfrm>
            <a:off x="784775" y="522100"/>
            <a:ext cx="1305900" cy="1918500"/>
          </a:xfrm>
          <a:prstGeom prst="roundRect">
            <a:avLst>
              <a:gd fmla="val 16667" name="adj"/>
            </a:avLst>
          </a:prstGeom>
          <a:noFill/>
          <a:ln>
            <a:noFill/>
          </a:ln>
        </p:spPr>
      </p:sp>
      <p:sp>
        <p:nvSpPr>
          <p:cNvPr id="260" name="Google Shape;260;p40"/>
          <p:cNvSpPr/>
          <p:nvPr>
            <p:ph idx="9" type="pic"/>
          </p:nvPr>
        </p:nvSpPr>
        <p:spPr>
          <a:xfrm>
            <a:off x="2343950" y="523500"/>
            <a:ext cx="1305900" cy="1918500"/>
          </a:xfrm>
          <a:prstGeom prst="roundRect">
            <a:avLst>
              <a:gd fmla="val 16667" name="adj"/>
            </a:avLst>
          </a:prstGeom>
          <a:noFill/>
          <a:ln>
            <a:noFill/>
          </a:ln>
        </p:spPr>
      </p:sp>
      <p:sp>
        <p:nvSpPr>
          <p:cNvPr id="261" name="Google Shape;261;p40"/>
          <p:cNvSpPr/>
          <p:nvPr>
            <p:ph idx="13" type="pic"/>
          </p:nvPr>
        </p:nvSpPr>
        <p:spPr>
          <a:xfrm>
            <a:off x="3915213" y="523500"/>
            <a:ext cx="1305900" cy="1918500"/>
          </a:xfrm>
          <a:prstGeom prst="roundRect">
            <a:avLst>
              <a:gd fmla="val 16667" name="adj"/>
            </a:avLst>
          </a:prstGeom>
          <a:noFill/>
          <a:ln>
            <a:noFill/>
          </a:ln>
        </p:spPr>
      </p:sp>
      <p:sp>
        <p:nvSpPr>
          <p:cNvPr id="262" name="Google Shape;262;p40"/>
          <p:cNvSpPr/>
          <p:nvPr>
            <p:ph idx="14" type="pic"/>
          </p:nvPr>
        </p:nvSpPr>
        <p:spPr>
          <a:xfrm>
            <a:off x="5490975" y="523500"/>
            <a:ext cx="1305900" cy="1918500"/>
          </a:xfrm>
          <a:prstGeom prst="roundRect">
            <a:avLst>
              <a:gd fmla="val 16667" name="adj"/>
            </a:avLst>
          </a:prstGeom>
          <a:noFill/>
          <a:ln>
            <a:noFill/>
          </a:ln>
        </p:spPr>
      </p:sp>
      <p:sp>
        <p:nvSpPr>
          <p:cNvPr id="263" name="Google Shape;263;p40"/>
          <p:cNvSpPr txBox="1"/>
          <p:nvPr>
            <p:ph idx="15" type="body"/>
          </p:nvPr>
        </p:nvSpPr>
        <p:spPr>
          <a:xfrm>
            <a:off x="5481425" y="4112700"/>
            <a:ext cx="2877600" cy="5052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64" name="Google Shape;264;p40"/>
          <p:cNvSpPr txBox="1"/>
          <p:nvPr>
            <p:ph idx="16" type="subTitle"/>
          </p:nvPr>
        </p:nvSpPr>
        <p:spPr>
          <a:xfrm>
            <a:off x="5481425" y="3897300"/>
            <a:ext cx="2877600" cy="2154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1pPr>
            <a:lvl2pPr lvl="1">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p:txBody>
      </p:sp>
      <p:sp>
        <p:nvSpPr>
          <p:cNvPr id="265" name="Google Shape;265;p40"/>
          <p:cNvSpPr txBox="1"/>
          <p:nvPr>
            <p:ph idx="17" type="body"/>
          </p:nvPr>
        </p:nvSpPr>
        <p:spPr>
          <a:xfrm>
            <a:off x="234950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266" name="Google Shape;266;p40"/>
          <p:cNvSpPr txBox="1"/>
          <p:nvPr>
            <p:ph idx="18" type="body"/>
          </p:nvPr>
        </p:nvSpPr>
        <p:spPr>
          <a:xfrm>
            <a:off x="3915488"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267" name="Google Shape;267;p40"/>
          <p:cNvSpPr txBox="1"/>
          <p:nvPr>
            <p:ph idx="19" type="body"/>
          </p:nvPr>
        </p:nvSpPr>
        <p:spPr>
          <a:xfrm>
            <a:off x="5479963"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268" name="Google Shape;268;p40"/>
          <p:cNvSpPr txBox="1"/>
          <p:nvPr>
            <p:ph idx="20" type="body"/>
          </p:nvPr>
        </p:nvSpPr>
        <p:spPr>
          <a:xfrm>
            <a:off x="7047338"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269" name="Google Shape;269;p40"/>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1"/>
                </a:solidFill>
              </a:defRPr>
            </a:lvl1pPr>
            <a:lvl2pPr lvl="1" rtl="0">
              <a:buNone/>
              <a:defRPr sz="1100">
                <a:solidFill>
                  <a:schemeClr val="accent1"/>
                </a:solidFill>
              </a:defRPr>
            </a:lvl2pPr>
            <a:lvl3pPr lvl="2" rtl="0">
              <a:buNone/>
              <a:defRPr sz="1100">
                <a:solidFill>
                  <a:schemeClr val="accent1"/>
                </a:solidFill>
              </a:defRPr>
            </a:lvl3pPr>
            <a:lvl4pPr lvl="3" rtl="0">
              <a:buNone/>
              <a:defRPr sz="1100">
                <a:solidFill>
                  <a:schemeClr val="accent1"/>
                </a:solidFill>
              </a:defRPr>
            </a:lvl4pPr>
            <a:lvl5pPr lvl="4" rtl="0">
              <a:buNone/>
              <a:defRPr sz="1100">
                <a:solidFill>
                  <a:schemeClr val="accent1"/>
                </a:solidFill>
              </a:defRPr>
            </a:lvl5pPr>
            <a:lvl6pPr lvl="5" rtl="0">
              <a:buNone/>
              <a:defRPr sz="1100">
                <a:solidFill>
                  <a:schemeClr val="accent1"/>
                </a:solidFill>
              </a:defRPr>
            </a:lvl6pPr>
            <a:lvl7pPr lvl="6" rtl="0">
              <a:buNone/>
              <a:defRPr sz="1100">
                <a:solidFill>
                  <a:schemeClr val="accent1"/>
                </a:solidFill>
              </a:defRPr>
            </a:lvl7pPr>
            <a:lvl8pPr lvl="7" rtl="0">
              <a:buNone/>
              <a:defRPr sz="1100">
                <a:solidFill>
                  <a:schemeClr val="accent1"/>
                </a:solidFill>
              </a:defRPr>
            </a:lvl8pPr>
            <a:lvl9pPr lvl="8" rtl="0">
              <a:buNone/>
              <a:defRPr sz="11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ategy Canvas / Line Graph">
  <p:cSld name="CUSTOM_3">
    <p:spTree>
      <p:nvGrpSpPr>
        <p:cNvPr id="270" name="Shape 270"/>
        <p:cNvGrpSpPr/>
        <p:nvPr/>
      </p:nvGrpSpPr>
      <p:grpSpPr>
        <a:xfrm>
          <a:off x="0" y="0"/>
          <a:ext cx="0" cy="0"/>
          <a:chOff x="0" y="0"/>
          <a:chExt cx="0" cy="0"/>
        </a:xfrm>
      </p:grpSpPr>
      <p:sp>
        <p:nvSpPr>
          <p:cNvPr id="271" name="Google Shape;271;p41"/>
          <p:cNvSpPr txBox="1"/>
          <p:nvPr>
            <p:ph idx="1" type="body"/>
          </p:nvPr>
        </p:nvSpPr>
        <p:spPr>
          <a:xfrm>
            <a:off x="3917825" y="4024920"/>
            <a:ext cx="4441200" cy="5052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72" name="Google Shape;272;p41"/>
          <p:cNvSpPr txBox="1"/>
          <p:nvPr>
            <p:ph idx="2" type="subTitle"/>
          </p:nvPr>
        </p:nvSpPr>
        <p:spPr>
          <a:xfrm>
            <a:off x="783675" y="3967895"/>
            <a:ext cx="2877600" cy="4311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1pPr>
            <a:lvl2pPr lvl="1">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2pPr>
            <a:lvl3pPr lvl="2">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3pPr>
            <a:lvl4pPr lvl="3">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4pPr>
            <a:lvl5pPr lvl="4">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5pPr>
            <a:lvl6pPr lvl="5">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6pPr>
            <a:lvl7pPr lvl="6">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7pPr>
            <a:lvl8pPr lvl="7">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8pPr>
            <a:lvl9pPr lvl="8">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9pPr>
          </a:lstStyle>
          <a:p/>
        </p:txBody>
      </p:sp>
      <p:sp>
        <p:nvSpPr>
          <p:cNvPr id="273" name="Google Shape;273;p41"/>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1"/>
                </a:solidFill>
              </a:defRPr>
            </a:lvl1pPr>
            <a:lvl2pPr lvl="1" rtl="0">
              <a:buNone/>
              <a:defRPr sz="1100">
                <a:solidFill>
                  <a:schemeClr val="accent1"/>
                </a:solidFill>
              </a:defRPr>
            </a:lvl2pPr>
            <a:lvl3pPr lvl="2" rtl="0">
              <a:buNone/>
              <a:defRPr sz="1100">
                <a:solidFill>
                  <a:schemeClr val="accent1"/>
                </a:solidFill>
              </a:defRPr>
            </a:lvl3pPr>
            <a:lvl4pPr lvl="3" rtl="0">
              <a:buNone/>
              <a:defRPr sz="1100">
                <a:solidFill>
                  <a:schemeClr val="accent1"/>
                </a:solidFill>
              </a:defRPr>
            </a:lvl4pPr>
            <a:lvl5pPr lvl="4" rtl="0">
              <a:buNone/>
              <a:defRPr sz="1100">
                <a:solidFill>
                  <a:schemeClr val="accent1"/>
                </a:solidFill>
              </a:defRPr>
            </a:lvl5pPr>
            <a:lvl6pPr lvl="5" rtl="0">
              <a:buNone/>
              <a:defRPr sz="1100">
                <a:solidFill>
                  <a:schemeClr val="accent1"/>
                </a:solidFill>
              </a:defRPr>
            </a:lvl6pPr>
            <a:lvl7pPr lvl="6" rtl="0">
              <a:buNone/>
              <a:defRPr sz="1100">
                <a:solidFill>
                  <a:schemeClr val="accent1"/>
                </a:solidFill>
              </a:defRPr>
            </a:lvl7pPr>
            <a:lvl8pPr lvl="7" rtl="0">
              <a:buNone/>
              <a:defRPr sz="1100">
                <a:solidFill>
                  <a:schemeClr val="accent1"/>
                </a:solidFill>
              </a:defRPr>
            </a:lvl8pPr>
            <a:lvl9pPr lvl="8" rtl="0">
              <a:buNone/>
              <a:defRPr sz="11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4">
    <p:spTree>
      <p:nvGrpSpPr>
        <p:cNvPr id="274" name="Shape 274"/>
        <p:cNvGrpSpPr/>
        <p:nvPr/>
      </p:nvGrpSpPr>
      <p:grpSpPr>
        <a:xfrm>
          <a:off x="0" y="0"/>
          <a:ext cx="0" cy="0"/>
          <a:chOff x="0" y="0"/>
          <a:chExt cx="0" cy="0"/>
        </a:xfrm>
      </p:grpSpPr>
      <p:sp>
        <p:nvSpPr>
          <p:cNvPr id="275" name="Google Shape;275;p42"/>
          <p:cNvSpPr txBox="1"/>
          <p:nvPr>
            <p:ph type="title"/>
          </p:nvPr>
        </p:nvSpPr>
        <p:spPr>
          <a:xfrm>
            <a:off x="697350" y="2932550"/>
            <a:ext cx="7749300" cy="1015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p:txBody>
      </p:sp>
      <p:sp>
        <p:nvSpPr>
          <p:cNvPr id="276" name="Google Shape;276;p42"/>
          <p:cNvSpPr txBox="1"/>
          <p:nvPr>
            <p:ph idx="2" type="title"/>
          </p:nvPr>
        </p:nvSpPr>
        <p:spPr>
          <a:xfrm>
            <a:off x="3278250" y="1194450"/>
            <a:ext cx="2587500" cy="1992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2"/>
              </a:buClr>
              <a:buSzPts val="12800"/>
              <a:buNone/>
              <a:defRPr sz="12800">
                <a:solidFill>
                  <a:schemeClr val="accent2"/>
                </a:solidFill>
              </a:defRPr>
            </a:lvl1pPr>
            <a:lvl2pPr lvl="1"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2pPr>
            <a:lvl3pPr lvl="2"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3pPr>
            <a:lvl4pPr lvl="3"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4pPr>
            <a:lvl5pPr lvl="4"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5pPr>
            <a:lvl6pPr lvl="5"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6pPr>
            <a:lvl7pPr lvl="6"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7pPr>
            <a:lvl8pPr lvl="7"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8pPr>
            <a:lvl9pPr lvl="8"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9pPr>
          </a:lstStyle>
          <a:p/>
        </p:txBody>
      </p:sp>
      <p:sp>
        <p:nvSpPr>
          <p:cNvPr id="277" name="Google Shape;277;p4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PIs / Objectives">
  <p:cSld name="CUSTOM_5">
    <p:spTree>
      <p:nvGrpSpPr>
        <p:cNvPr id="278" name="Shape 278"/>
        <p:cNvGrpSpPr/>
        <p:nvPr/>
      </p:nvGrpSpPr>
      <p:grpSpPr>
        <a:xfrm>
          <a:off x="0" y="0"/>
          <a:ext cx="0" cy="0"/>
          <a:chOff x="0" y="0"/>
          <a:chExt cx="0" cy="0"/>
        </a:xfrm>
      </p:grpSpPr>
      <p:sp>
        <p:nvSpPr>
          <p:cNvPr id="279" name="Google Shape;279;p43"/>
          <p:cNvSpPr/>
          <p:nvPr/>
        </p:nvSpPr>
        <p:spPr>
          <a:xfrm rot="-5400000">
            <a:off x="4090300" y="-436575"/>
            <a:ext cx="4099200" cy="6015000"/>
          </a:xfrm>
          <a:prstGeom prst="round2SameRect">
            <a:avLst>
              <a:gd fmla="val 16667" name="adj1"/>
              <a:gd fmla="val 0" name="adj2"/>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endParaRPr>
          </a:p>
        </p:txBody>
      </p:sp>
      <p:sp>
        <p:nvSpPr>
          <p:cNvPr id="280" name="Google Shape;280;p43"/>
          <p:cNvSpPr txBox="1"/>
          <p:nvPr>
            <p:ph idx="1" type="body"/>
          </p:nvPr>
        </p:nvSpPr>
        <p:spPr>
          <a:xfrm>
            <a:off x="3918400" y="3680775"/>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281" name="Google Shape;281;p43"/>
          <p:cNvSpPr txBox="1"/>
          <p:nvPr>
            <p:ph idx="2" type="body"/>
          </p:nvPr>
        </p:nvSpPr>
        <p:spPr>
          <a:xfrm>
            <a:off x="3918400" y="3780825"/>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82" name="Google Shape;282;p43"/>
          <p:cNvSpPr txBox="1"/>
          <p:nvPr>
            <p:ph idx="3" type="body"/>
          </p:nvPr>
        </p:nvSpPr>
        <p:spPr>
          <a:xfrm>
            <a:off x="7044450" y="36805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283" name="Google Shape;283;p43"/>
          <p:cNvSpPr txBox="1"/>
          <p:nvPr>
            <p:ph idx="4" type="body"/>
          </p:nvPr>
        </p:nvSpPr>
        <p:spPr>
          <a:xfrm>
            <a:off x="7044450" y="37806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84" name="Google Shape;284;p43"/>
          <p:cNvSpPr/>
          <p:nvPr>
            <p:ph idx="5" type="pic"/>
          </p:nvPr>
        </p:nvSpPr>
        <p:spPr>
          <a:xfrm>
            <a:off x="7049625" y="1588125"/>
            <a:ext cx="1305900" cy="1918500"/>
          </a:xfrm>
          <a:prstGeom prst="roundRect">
            <a:avLst>
              <a:gd fmla="val 16667" name="adj"/>
            </a:avLst>
          </a:prstGeom>
          <a:noFill/>
          <a:ln>
            <a:noFill/>
          </a:ln>
        </p:spPr>
      </p:sp>
      <p:sp>
        <p:nvSpPr>
          <p:cNvPr id="285" name="Google Shape;285;p43"/>
          <p:cNvSpPr/>
          <p:nvPr>
            <p:ph idx="6" type="pic"/>
          </p:nvPr>
        </p:nvSpPr>
        <p:spPr>
          <a:xfrm>
            <a:off x="3915213" y="1588600"/>
            <a:ext cx="1305900" cy="1918500"/>
          </a:xfrm>
          <a:prstGeom prst="roundRect">
            <a:avLst>
              <a:gd fmla="val 16667" name="adj"/>
            </a:avLst>
          </a:prstGeom>
          <a:noFill/>
          <a:ln>
            <a:noFill/>
          </a:ln>
        </p:spPr>
      </p:sp>
      <p:sp>
        <p:nvSpPr>
          <p:cNvPr id="286" name="Google Shape;286;p43"/>
          <p:cNvSpPr/>
          <p:nvPr>
            <p:ph idx="7" type="pic"/>
          </p:nvPr>
        </p:nvSpPr>
        <p:spPr>
          <a:xfrm>
            <a:off x="5490975" y="1588600"/>
            <a:ext cx="1305900" cy="1918500"/>
          </a:xfrm>
          <a:prstGeom prst="roundRect">
            <a:avLst>
              <a:gd fmla="val 16667" name="adj"/>
            </a:avLst>
          </a:prstGeom>
          <a:noFill/>
          <a:ln>
            <a:noFill/>
          </a:ln>
        </p:spPr>
      </p:sp>
      <p:sp>
        <p:nvSpPr>
          <p:cNvPr id="287" name="Google Shape;287;p43"/>
          <p:cNvSpPr txBox="1"/>
          <p:nvPr>
            <p:ph idx="8" type="subTitle"/>
          </p:nvPr>
        </p:nvSpPr>
        <p:spPr>
          <a:xfrm>
            <a:off x="3918800" y="1034575"/>
            <a:ext cx="1307100" cy="554100"/>
          </a:xfrm>
          <a:prstGeom prst="rect">
            <a:avLst/>
          </a:prstGeom>
        </p:spPr>
        <p:txBody>
          <a:bodyPr anchorCtr="0" anchor="b" bIns="0" lIns="0" spcFirstLastPara="1" rIns="0" wrap="square" tIns="0">
            <a:noAutofit/>
          </a:bodyPr>
          <a:lstStyle>
            <a:lvl1pPr lvl="0">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p:txBody>
      </p:sp>
      <p:sp>
        <p:nvSpPr>
          <p:cNvPr id="288" name="Google Shape;288;p43"/>
          <p:cNvSpPr txBox="1"/>
          <p:nvPr>
            <p:ph idx="9" type="subTitle"/>
          </p:nvPr>
        </p:nvSpPr>
        <p:spPr>
          <a:xfrm>
            <a:off x="5484775" y="1034575"/>
            <a:ext cx="1307100" cy="554100"/>
          </a:xfrm>
          <a:prstGeom prst="rect">
            <a:avLst/>
          </a:prstGeom>
        </p:spPr>
        <p:txBody>
          <a:bodyPr anchorCtr="0" anchor="b" bIns="0" lIns="0" spcFirstLastPara="1" rIns="0" wrap="square" tIns="0">
            <a:noAutofit/>
          </a:bodyPr>
          <a:lstStyle>
            <a:lvl1pPr lvl="0">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p:txBody>
      </p:sp>
      <p:sp>
        <p:nvSpPr>
          <p:cNvPr id="289" name="Google Shape;289;p43"/>
          <p:cNvSpPr txBox="1"/>
          <p:nvPr>
            <p:ph idx="13" type="subTitle"/>
          </p:nvPr>
        </p:nvSpPr>
        <p:spPr>
          <a:xfrm>
            <a:off x="7050750" y="1032775"/>
            <a:ext cx="1307100" cy="554100"/>
          </a:xfrm>
          <a:prstGeom prst="rect">
            <a:avLst/>
          </a:prstGeom>
        </p:spPr>
        <p:txBody>
          <a:bodyPr anchorCtr="0" anchor="b" bIns="0" lIns="0" spcFirstLastPara="1" rIns="0" wrap="square" tIns="0">
            <a:noAutofit/>
          </a:bodyPr>
          <a:lstStyle>
            <a:lvl1pPr lvl="0">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p:txBody>
      </p:sp>
      <p:sp>
        <p:nvSpPr>
          <p:cNvPr id="290" name="Google Shape;290;p43"/>
          <p:cNvSpPr txBox="1"/>
          <p:nvPr>
            <p:ph idx="14" type="body"/>
          </p:nvPr>
        </p:nvSpPr>
        <p:spPr>
          <a:xfrm>
            <a:off x="507400" y="1828050"/>
            <a:ext cx="2136300" cy="2973300"/>
          </a:xfrm>
          <a:prstGeom prst="rect">
            <a:avLst/>
          </a:prstGeom>
        </p:spPr>
        <p:txBody>
          <a:bodyPr anchorCtr="0" anchor="t" bIns="91425" lIns="91425" spcFirstLastPara="1" rIns="91425" wrap="square" tIns="91425">
            <a:noAutofit/>
          </a:bodyPr>
          <a:lstStyle>
            <a:lvl1pPr indent="-406400" lvl="0" marL="457200">
              <a:spcBef>
                <a:spcPts val="0"/>
              </a:spcBef>
              <a:spcAft>
                <a:spcPts val="0"/>
              </a:spcAft>
              <a:buClr>
                <a:schemeClr val="accent2"/>
              </a:buClr>
              <a:buSzPts val="2800"/>
              <a:buChar char="●"/>
              <a:defRPr sz="2800">
                <a:solidFill>
                  <a:schemeClr val="accent2"/>
                </a:solidFill>
              </a:defRPr>
            </a:lvl1pPr>
            <a:lvl2pPr indent="-406400" lvl="1" marL="914400">
              <a:spcBef>
                <a:spcPts val="0"/>
              </a:spcBef>
              <a:spcAft>
                <a:spcPts val="0"/>
              </a:spcAft>
              <a:buClr>
                <a:schemeClr val="accent2"/>
              </a:buClr>
              <a:buSzPts val="2800"/>
              <a:buChar char="○"/>
              <a:defRPr sz="2800">
                <a:solidFill>
                  <a:schemeClr val="accent2"/>
                </a:solidFill>
              </a:defRPr>
            </a:lvl2pPr>
            <a:lvl3pPr indent="-406400" lvl="2" marL="1371600">
              <a:spcBef>
                <a:spcPts val="0"/>
              </a:spcBef>
              <a:spcAft>
                <a:spcPts val="0"/>
              </a:spcAft>
              <a:buClr>
                <a:schemeClr val="accent2"/>
              </a:buClr>
              <a:buSzPts val="2800"/>
              <a:buChar char="■"/>
              <a:defRPr sz="2800">
                <a:solidFill>
                  <a:schemeClr val="accent2"/>
                </a:solidFill>
              </a:defRPr>
            </a:lvl3pPr>
            <a:lvl4pPr indent="-406400" lvl="3" marL="1828800">
              <a:spcBef>
                <a:spcPts val="0"/>
              </a:spcBef>
              <a:spcAft>
                <a:spcPts val="0"/>
              </a:spcAft>
              <a:buClr>
                <a:schemeClr val="accent2"/>
              </a:buClr>
              <a:buSzPts val="2800"/>
              <a:buChar char="●"/>
              <a:defRPr sz="2800">
                <a:solidFill>
                  <a:schemeClr val="accent2"/>
                </a:solidFill>
              </a:defRPr>
            </a:lvl4pPr>
            <a:lvl5pPr indent="-406400" lvl="4" marL="2286000">
              <a:spcBef>
                <a:spcPts val="0"/>
              </a:spcBef>
              <a:spcAft>
                <a:spcPts val="0"/>
              </a:spcAft>
              <a:buClr>
                <a:schemeClr val="accent2"/>
              </a:buClr>
              <a:buSzPts val="2800"/>
              <a:buChar char="○"/>
              <a:defRPr sz="2800">
                <a:solidFill>
                  <a:schemeClr val="accent2"/>
                </a:solidFill>
              </a:defRPr>
            </a:lvl5pPr>
            <a:lvl6pPr indent="-406400" lvl="5" marL="2743200">
              <a:spcBef>
                <a:spcPts val="0"/>
              </a:spcBef>
              <a:spcAft>
                <a:spcPts val="0"/>
              </a:spcAft>
              <a:buClr>
                <a:schemeClr val="accent2"/>
              </a:buClr>
              <a:buSzPts val="2800"/>
              <a:buChar char="■"/>
              <a:defRPr sz="2800">
                <a:solidFill>
                  <a:schemeClr val="accent2"/>
                </a:solidFill>
              </a:defRPr>
            </a:lvl6pPr>
            <a:lvl7pPr indent="-406400" lvl="6" marL="3200400">
              <a:spcBef>
                <a:spcPts val="0"/>
              </a:spcBef>
              <a:spcAft>
                <a:spcPts val="0"/>
              </a:spcAft>
              <a:buClr>
                <a:schemeClr val="accent2"/>
              </a:buClr>
              <a:buSzPts val="2800"/>
              <a:buChar char="●"/>
              <a:defRPr sz="2800">
                <a:solidFill>
                  <a:schemeClr val="accent2"/>
                </a:solidFill>
              </a:defRPr>
            </a:lvl7pPr>
            <a:lvl8pPr indent="-406400" lvl="7" marL="3657600">
              <a:spcBef>
                <a:spcPts val="0"/>
              </a:spcBef>
              <a:spcAft>
                <a:spcPts val="0"/>
              </a:spcAft>
              <a:buClr>
                <a:schemeClr val="accent2"/>
              </a:buClr>
              <a:buSzPts val="2800"/>
              <a:buChar char="○"/>
              <a:defRPr sz="2800">
                <a:solidFill>
                  <a:schemeClr val="accent2"/>
                </a:solidFill>
              </a:defRPr>
            </a:lvl8pPr>
            <a:lvl9pPr indent="-406400" lvl="8" marL="4114800">
              <a:spcBef>
                <a:spcPts val="0"/>
              </a:spcBef>
              <a:spcAft>
                <a:spcPts val="0"/>
              </a:spcAft>
              <a:buClr>
                <a:schemeClr val="accent2"/>
              </a:buClr>
              <a:buSzPts val="2800"/>
              <a:buChar char="■"/>
              <a:defRPr sz="2800">
                <a:solidFill>
                  <a:schemeClr val="accent2"/>
                </a:solidFill>
              </a:defRPr>
            </a:lvl9pPr>
          </a:lstStyle>
          <a:p/>
        </p:txBody>
      </p:sp>
      <p:sp>
        <p:nvSpPr>
          <p:cNvPr id="291" name="Google Shape;291;p43"/>
          <p:cNvSpPr txBox="1"/>
          <p:nvPr>
            <p:ph idx="15" type="body"/>
          </p:nvPr>
        </p:nvSpPr>
        <p:spPr>
          <a:xfrm>
            <a:off x="5481425" y="3680775"/>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292" name="Google Shape;292;p43"/>
          <p:cNvSpPr txBox="1"/>
          <p:nvPr>
            <p:ph idx="16" type="body"/>
          </p:nvPr>
        </p:nvSpPr>
        <p:spPr>
          <a:xfrm>
            <a:off x="5481425" y="3780825"/>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93" name="Google Shape;293;p43"/>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2"/>
                </a:solidFill>
              </a:defRPr>
            </a:lvl1pPr>
            <a:lvl2pPr lvl="1" rtl="0">
              <a:buNone/>
              <a:defRPr sz="1100">
                <a:solidFill>
                  <a:schemeClr val="accent2"/>
                </a:solidFill>
              </a:defRPr>
            </a:lvl2pPr>
            <a:lvl3pPr lvl="2" rtl="0">
              <a:buNone/>
              <a:defRPr sz="1100">
                <a:solidFill>
                  <a:schemeClr val="accent2"/>
                </a:solidFill>
              </a:defRPr>
            </a:lvl3pPr>
            <a:lvl4pPr lvl="3" rtl="0">
              <a:buNone/>
              <a:defRPr sz="1100">
                <a:solidFill>
                  <a:schemeClr val="accent2"/>
                </a:solidFill>
              </a:defRPr>
            </a:lvl4pPr>
            <a:lvl5pPr lvl="4" rtl="0">
              <a:buNone/>
              <a:defRPr sz="1100">
                <a:solidFill>
                  <a:schemeClr val="accent2"/>
                </a:solidFill>
              </a:defRPr>
            </a:lvl5pPr>
            <a:lvl6pPr lvl="5" rtl="0">
              <a:buNone/>
              <a:defRPr sz="1100">
                <a:solidFill>
                  <a:schemeClr val="accent2"/>
                </a:solidFill>
              </a:defRPr>
            </a:lvl6pPr>
            <a:lvl7pPr lvl="6" rtl="0">
              <a:buNone/>
              <a:defRPr sz="1100">
                <a:solidFill>
                  <a:schemeClr val="accent2"/>
                </a:solidFill>
              </a:defRPr>
            </a:lvl7pPr>
            <a:lvl8pPr lvl="7" rtl="0">
              <a:buNone/>
              <a:defRPr sz="1100">
                <a:solidFill>
                  <a:schemeClr val="accent2"/>
                </a:solidFill>
              </a:defRPr>
            </a:lvl8pPr>
            <a:lvl9pPr lvl="8" rtl="0">
              <a:buNone/>
              <a:defRPr sz="1100">
                <a:solidFill>
                  <a:schemeClr val="accent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432">
          <p15:clr>
            <a:srgbClr val="E46962"/>
          </p15:clr>
        </p15:guide>
        <p15:guide id="2" orient="horz" pos="2088">
          <p15:clr>
            <a:srgbClr val="E46962"/>
          </p15:clr>
        </p15:guide>
      </p15:sldGuideLst>
    </p:ext>
  </p:extLs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on Plan + 5 Images">
  <p:cSld name="CUSTOM_6">
    <p:spTree>
      <p:nvGrpSpPr>
        <p:cNvPr id="294" name="Shape 294"/>
        <p:cNvGrpSpPr/>
        <p:nvPr/>
      </p:nvGrpSpPr>
      <p:grpSpPr>
        <a:xfrm>
          <a:off x="0" y="0"/>
          <a:ext cx="0" cy="0"/>
          <a:chOff x="0" y="0"/>
          <a:chExt cx="0" cy="0"/>
        </a:xfrm>
      </p:grpSpPr>
      <p:sp>
        <p:nvSpPr>
          <p:cNvPr id="295" name="Google Shape;295;p44"/>
          <p:cNvSpPr txBox="1"/>
          <p:nvPr>
            <p:ph idx="1" type="body"/>
          </p:nvPr>
        </p:nvSpPr>
        <p:spPr>
          <a:xfrm>
            <a:off x="79115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296" name="Google Shape;296;p44"/>
          <p:cNvSpPr txBox="1"/>
          <p:nvPr>
            <p:ph idx="2" type="body"/>
          </p:nvPr>
        </p:nvSpPr>
        <p:spPr>
          <a:xfrm>
            <a:off x="79115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cxnSp>
        <p:nvCxnSpPr>
          <p:cNvPr id="297" name="Google Shape;297;p44"/>
          <p:cNvCxnSpPr/>
          <p:nvPr/>
        </p:nvCxnSpPr>
        <p:spPr>
          <a:xfrm rot="10800000">
            <a:off x="827250" y="1481375"/>
            <a:ext cx="7489500" cy="0"/>
          </a:xfrm>
          <a:prstGeom prst="straightConnector1">
            <a:avLst/>
          </a:prstGeom>
          <a:noFill/>
          <a:ln cap="flat" cmpd="sng" w="19050">
            <a:solidFill>
              <a:schemeClr val="accent2"/>
            </a:solidFill>
            <a:prstDash val="solid"/>
            <a:round/>
            <a:headEnd len="med" w="med" type="none"/>
            <a:tailEnd len="med" w="med" type="none"/>
          </a:ln>
        </p:spPr>
      </p:cxnSp>
      <p:sp>
        <p:nvSpPr>
          <p:cNvPr id="298" name="Google Shape;298;p44"/>
          <p:cNvSpPr/>
          <p:nvPr>
            <p:ph idx="3" type="pic"/>
          </p:nvPr>
        </p:nvSpPr>
        <p:spPr>
          <a:xfrm>
            <a:off x="7049625" y="523025"/>
            <a:ext cx="1305900" cy="1918500"/>
          </a:xfrm>
          <a:prstGeom prst="roundRect">
            <a:avLst>
              <a:gd fmla="val 16667" name="adj"/>
            </a:avLst>
          </a:prstGeom>
          <a:noFill/>
          <a:ln>
            <a:noFill/>
          </a:ln>
        </p:spPr>
      </p:sp>
      <p:sp>
        <p:nvSpPr>
          <p:cNvPr id="299" name="Google Shape;299;p44"/>
          <p:cNvSpPr/>
          <p:nvPr>
            <p:ph idx="4" type="pic"/>
          </p:nvPr>
        </p:nvSpPr>
        <p:spPr>
          <a:xfrm>
            <a:off x="784775" y="522100"/>
            <a:ext cx="1305900" cy="1918500"/>
          </a:xfrm>
          <a:prstGeom prst="roundRect">
            <a:avLst>
              <a:gd fmla="val 16667" name="adj"/>
            </a:avLst>
          </a:prstGeom>
          <a:noFill/>
          <a:ln>
            <a:noFill/>
          </a:ln>
        </p:spPr>
      </p:sp>
      <p:sp>
        <p:nvSpPr>
          <p:cNvPr id="300" name="Google Shape;300;p44"/>
          <p:cNvSpPr/>
          <p:nvPr>
            <p:ph idx="5" type="pic"/>
          </p:nvPr>
        </p:nvSpPr>
        <p:spPr>
          <a:xfrm>
            <a:off x="2343950" y="523500"/>
            <a:ext cx="1305900" cy="1918500"/>
          </a:xfrm>
          <a:prstGeom prst="roundRect">
            <a:avLst>
              <a:gd fmla="val 16667" name="adj"/>
            </a:avLst>
          </a:prstGeom>
          <a:noFill/>
          <a:ln>
            <a:noFill/>
          </a:ln>
        </p:spPr>
      </p:sp>
      <p:sp>
        <p:nvSpPr>
          <p:cNvPr id="301" name="Google Shape;301;p44"/>
          <p:cNvSpPr/>
          <p:nvPr>
            <p:ph idx="6" type="pic"/>
          </p:nvPr>
        </p:nvSpPr>
        <p:spPr>
          <a:xfrm>
            <a:off x="3915213" y="523500"/>
            <a:ext cx="1305900" cy="1918500"/>
          </a:xfrm>
          <a:prstGeom prst="roundRect">
            <a:avLst>
              <a:gd fmla="val 16667" name="adj"/>
            </a:avLst>
          </a:prstGeom>
          <a:noFill/>
          <a:ln>
            <a:noFill/>
          </a:ln>
        </p:spPr>
      </p:sp>
      <p:sp>
        <p:nvSpPr>
          <p:cNvPr id="302" name="Google Shape;302;p44"/>
          <p:cNvSpPr/>
          <p:nvPr>
            <p:ph idx="7" type="pic"/>
          </p:nvPr>
        </p:nvSpPr>
        <p:spPr>
          <a:xfrm>
            <a:off x="5490975" y="523500"/>
            <a:ext cx="1305900" cy="1918500"/>
          </a:xfrm>
          <a:prstGeom prst="roundRect">
            <a:avLst>
              <a:gd fmla="val 16667" name="adj"/>
            </a:avLst>
          </a:prstGeom>
          <a:noFill/>
          <a:ln>
            <a:noFill/>
          </a:ln>
        </p:spPr>
      </p:sp>
      <p:sp>
        <p:nvSpPr>
          <p:cNvPr id="303" name="Google Shape;303;p44"/>
          <p:cNvSpPr txBox="1"/>
          <p:nvPr>
            <p:ph idx="8" type="body"/>
          </p:nvPr>
        </p:nvSpPr>
        <p:spPr>
          <a:xfrm>
            <a:off x="5481425" y="4112700"/>
            <a:ext cx="2877600" cy="5052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304" name="Google Shape;304;p44"/>
          <p:cNvSpPr txBox="1"/>
          <p:nvPr>
            <p:ph idx="9" type="subTitle"/>
          </p:nvPr>
        </p:nvSpPr>
        <p:spPr>
          <a:xfrm>
            <a:off x="5481425" y="3897300"/>
            <a:ext cx="2877600" cy="2154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1pPr>
            <a:lvl2pPr lvl="1">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2pPr>
            <a:lvl3pPr lvl="2">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3pPr>
            <a:lvl4pPr lvl="3">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4pPr>
            <a:lvl5pPr lvl="4">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5pPr>
            <a:lvl6pPr lvl="5">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6pPr>
            <a:lvl7pPr lvl="6">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7pPr>
            <a:lvl8pPr lvl="7">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8pPr>
            <a:lvl9pPr lvl="8">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9pPr>
          </a:lstStyle>
          <a:p/>
        </p:txBody>
      </p:sp>
      <p:sp>
        <p:nvSpPr>
          <p:cNvPr id="305" name="Google Shape;305;p44"/>
          <p:cNvSpPr txBox="1"/>
          <p:nvPr>
            <p:ph idx="13" type="body"/>
          </p:nvPr>
        </p:nvSpPr>
        <p:spPr>
          <a:xfrm>
            <a:off x="234950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06" name="Google Shape;306;p44"/>
          <p:cNvSpPr txBox="1"/>
          <p:nvPr>
            <p:ph idx="14" type="body"/>
          </p:nvPr>
        </p:nvSpPr>
        <p:spPr>
          <a:xfrm>
            <a:off x="234950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07" name="Google Shape;307;p44"/>
          <p:cNvSpPr txBox="1"/>
          <p:nvPr>
            <p:ph idx="15" type="body"/>
          </p:nvPr>
        </p:nvSpPr>
        <p:spPr>
          <a:xfrm>
            <a:off x="390785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08" name="Google Shape;308;p44"/>
          <p:cNvSpPr txBox="1"/>
          <p:nvPr>
            <p:ph idx="16" type="body"/>
          </p:nvPr>
        </p:nvSpPr>
        <p:spPr>
          <a:xfrm>
            <a:off x="390785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09" name="Google Shape;309;p44"/>
          <p:cNvSpPr txBox="1"/>
          <p:nvPr>
            <p:ph idx="17" type="body"/>
          </p:nvPr>
        </p:nvSpPr>
        <p:spPr>
          <a:xfrm>
            <a:off x="5496525"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10" name="Google Shape;310;p44"/>
          <p:cNvSpPr txBox="1"/>
          <p:nvPr>
            <p:ph idx="18" type="body"/>
          </p:nvPr>
        </p:nvSpPr>
        <p:spPr>
          <a:xfrm>
            <a:off x="5496525"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11" name="Google Shape;311;p44"/>
          <p:cNvSpPr txBox="1"/>
          <p:nvPr>
            <p:ph idx="19" type="body"/>
          </p:nvPr>
        </p:nvSpPr>
        <p:spPr>
          <a:xfrm>
            <a:off x="708520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12" name="Google Shape;312;p44"/>
          <p:cNvSpPr txBox="1"/>
          <p:nvPr>
            <p:ph idx="20" type="body"/>
          </p:nvPr>
        </p:nvSpPr>
        <p:spPr>
          <a:xfrm>
            <a:off x="708520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13" name="Google Shape;313;p44"/>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2"/>
                </a:solidFill>
              </a:defRPr>
            </a:lvl1pPr>
            <a:lvl2pPr lvl="1" rtl="0">
              <a:buNone/>
              <a:defRPr sz="1100">
                <a:solidFill>
                  <a:schemeClr val="accent2"/>
                </a:solidFill>
              </a:defRPr>
            </a:lvl2pPr>
            <a:lvl3pPr lvl="2" rtl="0">
              <a:buNone/>
              <a:defRPr sz="1100">
                <a:solidFill>
                  <a:schemeClr val="accent2"/>
                </a:solidFill>
              </a:defRPr>
            </a:lvl3pPr>
            <a:lvl4pPr lvl="3" rtl="0">
              <a:buNone/>
              <a:defRPr sz="1100">
                <a:solidFill>
                  <a:schemeClr val="accent2"/>
                </a:solidFill>
              </a:defRPr>
            </a:lvl4pPr>
            <a:lvl5pPr lvl="4" rtl="0">
              <a:buNone/>
              <a:defRPr sz="1100">
                <a:solidFill>
                  <a:schemeClr val="accent2"/>
                </a:solidFill>
              </a:defRPr>
            </a:lvl5pPr>
            <a:lvl6pPr lvl="5" rtl="0">
              <a:buNone/>
              <a:defRPr sz="1100">
                <a:solidFill>
                  <a:schemeClr val="accent2"/>
                </a:solidFill>
              </a:defRPr>
            </a:lvl6pPr>
            <a:lvl7pPr lvl="6" rtl="0">
              <a:buNone/>
              <a:defRPr sz="1100">
                <a:solidFill>
                  <a:schemeClr val="accent2"/>
                </a:solidFill>
              </a:defRPr>
            </a:lvl7pPr>
            <a:lvl8pPr lvl="7" rtl="0">
              <a:buNone/>
              <a:defRPr sz="1100">
                <a:solidFill>
                  <a:schemeClr val="accent2"/>
                </a:solidFill>
              </a:defRPr>
            </a:lvl8pPr>
            <a:lvl9pPr lvl="8" rtl="0">
              <a:buNone/>
              <a:defRPr sz="1100">
                <a:solidFill>
                  <a:schemeClr val="accent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Graphic">
  <p:cSld name="CUSTOM_9">
    <p:spTree>
      <p:nvGrpSpPr>
        <p:cNvPr id="314" name="Shape 314"/>
        <p:cNvGrpSpPr/>
        <p:nvPr/>
      </p:nvGrpSpPr>
      <p:grpSpPr>
        <a:xfrm>
          <a:off x="0" y="0"/>
          <a:ext cx="0" cy="0"/>
          <a:chOff x="0" y="0"/>
          <a:chExt cx="0" cy="0"/>
        </a:xfrm>
      </p:grpSpPr>
      <p:sp>
        <p:nvSpPr>
          <p:cNvPr id="315" name="Google Shape;315;p45"/>
          <p:cNvSpPr txBox="1"/>
          <p:nvPr>
            <p:ph idx="1" type="body"/>
          </p:nvPr>
        </p:nvSpPr>
        <p:spPr>
          <a:xfrm>
            <a:off x="3133000" y="514275"/>
            <a:ext cx="3890700" cy="5052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316" name="Google Shape;316;p45"/>
          <p:cNvSpPr txBox="1"/>
          <p:nvPr>
            <p:ph idx="2" type="body"/>
          </p:nvPr>
        </p:nvSpPr>
        <p:spPr>
          <a:xfrm>
            <a:off x="657679" y="436194"/>
            <a:ext cx="2278800" cy="1985100"/>
          </a:xfrm>
          <a:prstGeom prst="rect">
            <a:avLst/>
          </a:prstGeom>
        </p:spPr>
        <p:txBody>
          <a:bodyPr anchorCtr="0" anchor="t" bIns="91425" lIns="91425" spcFirstLastPara="1" rIns="91425" wrap="square" tIns="91425">
            <a:noAutofit/>
          </a:bodyPr>
          <a:lstStyle>
            <a:lvl1pPr indent="-406400" lvl="0" marL="457200">
              <a:lnSpc>
                <a:spcPct val="80000"/>
              </a:lnSpc>
              <a:spcBef>
                <a:spcPts val="0"/>
              </a:spcBef>
              <a:spcAft>
                <a:spcPts val="0"/>
              </a:spcAft>
              <a:buClr>
                <a:schemeClr val="accent2"/>
              </a:buClr>
              <a:buSzPts val="2800"/>
              <a:buChar char="●"/>
              <a:defRPr sz="2800">
                <a:solidFill>
                  <a:schemeClr val="accent2"/>
                </a:solidFill>
              </a:defRPr>
            </a:lvl1pPr>
            <a:lvl2pPr indent="-406400" lvl="1" marL="914400">
              <a:lnSpc>
                <a:spcPct val="80000"/>
              </a:lnSpc>
              <a:spcBef>
                <a:spcPts val="0"/>
              </a:spcBef>
              <a:spcAft>
                <a:spcPts val="0"/>
              </a:spcAft>
              <a:buClr>
                <a:schemeClr val="accent2"/>
              </a:buClr>
              <a:buSzPts val="2800"/>
              <a:buChar char="○"/>
              <a:defRPr sz="2800">
                <a:solidFill>
                  <a:schemeClr val="accent2"/>
                </a:solidFill>
              </a:defRPr>
            </a:lvl2pPr>
            <a:lvl3pPr indent="-406400" lvl="2" marL="1371600">
              <a:lnSpc>
                <a:spcPct val="80000"/>
              </a:lnSpc>
              <a:spcBef>
                <a:spcPts val="0"/>
              </a:spcBef>
              <a:spcAft>
                <a:spcPts val="0"/>
              </a:spcAft>
              <a:buClr>
                <a:schemeClr val="accent2"/>
              </a:buClr>
              <a:buSzPts val="2800"/>
              <a:buChar char="■"/>
              <a:defRPr sz="2800">
                <a:solidFill>
                  <a:schemeClr val="accent2"/>
                </a:solidFill>
              </a:defRPr>
            </a:lvl3pPr>
            <a:lvl4pPr indent="-406400" lvl="3" marL="1828800">
              <a:lnSpc>
                <a:spcPct val="80000"/>
              </a:lnSpc>
              <a:spcBef>
                <a:spcPts val="0"/>
              </a:spcBef>
              <a:spcAft>
                <a:spcPts val="0"/>
              </a:spcAft>
              <a:buClr>
                <a:schemeClr val="accent2"/>
              </a:buClr>
              <a:buSzPts val="2800"/>
              <a:buChar char="●"/>
              <a:defRPr sz="2800">
                <a:solidFill>
                  <a:schemeClr val="accent2"/>
                </a:solidFill>
              </a:defRPr>
            </a:lvl4pPr>
            <a:lvl5pPr indent="-406400" lvl="4" marL="2286000">
              <a:lnSpc>
                <a:spcPct val="80000"/>
              </a:lnSpc>
              <a:spcBef>
                <a:spcPts val="0"/>
              </a:spcBef>
              <a:spcAft>
                <a:spcPts val="0"/>
              </a:spcAft>
              <a:buClr>
                <a:schemeClr val="accent2"/>
              </a:buClr>
              <a:buSzPts val="2800"/>
              <a:buChar char="○"/>
              <a:defRPr sz="2800">
                <a:solidFill>
                  <a:schemeClr val="accent2"/>
                </a:solidFill>
              </a:defRPr>
            </a:lvl5pPr>
            <a:lvl6pPr indent="-406400" lvl="5" marL="2743200">
              <a:lnSpc>
                <a:spcPct val="80000"/>
              </a:lnSpc>
              <a:spcBef>
                <a:spcPts val="0"/>
              </a:spcBef>
              <a:spcAft>
                <a:spcPts val="0"/>
              </a:spcAft>
              <a:buClr>
                <a:schemeClr val="accent2"/>
              </a:buClr>
              <a:buSzPts val="2800"/>
              <a:buChar char="■"/>
              <a:defRPr sz="2800">
                <a:solidFill>
                  <a:schemeClr val="accent2"/>
                </a:solidFill>
              </a:defRPr>
            </a:lvl6pPr>
            <a:lvl7pPr indent="-406400" lvl="6" marL="3200400">
              <a:lnSpc>
                <a:spcPct val="80000"/>
              </a:lnSpc>
              <a:spcBef>
                <a:spcPts val="0"/>
              </a:spcBef>
              <a:spcAft>
                <a:spcPts val="0"/>
              </a:spcAft>
              <a:buClr>
                <a:schemeClr val="accent2"/>
              </a:buClr>
              <a:buSzPts val="2800"/>
              <a:buChar char="●"/>
              <a:defRPr sz="2800">
                <a:solidFill>
                  <a:schemeClr val="accent2"/>
                </a:solidFill>
              </a:defRPr>
            </a:lvl7pPr>
            <a:lvl8pPr indent="-406400" lvl="7" marL="3657600">
              <a:lnSpc>
                <a:spcPct val="80000"/>
              </a:lnSpc>
              <a:spcBef>
                <a:spcPts val="0"/>
              </a:spcBef>
              <a:spcAft>
                <a:spcPts val="0"/>
              </a:spcAft>
              <a:buClr>
                <a:schemeClr val="accent2"/>
              </a:buClr>
              <a:buSzPts val="2800"/>
              <a:buChar char="○"/>
              <a:defRPr sz="2800">
                <a:solidFill>
                  <a:schemeClr val="accent2"/>
                </a:solidFill>
              </a:defRPr>
            </a:lvl8pPr>
            <a:lvl9pPr indent="-406400" lvl="8" marL="4114800">
              <a:lnSpc>
                <a:spcPct val="80000"/>
              </a:lnSpc>
              <a:spcBef>
                <a:spcPts val="0"/>
              </a:spcBef>
              <a:spcAft>
                <a:spcPts val="0"/>
              </a:spcAft>
              <a:buClr>
                <a:schemeClr val="accent2"/>
              </a:buClr>
              <a:buSzPts val="2800"/>
              <a:buChar char="■"/>
              <a:defRPr sz="2800">
                <a:solidFill>
                  <a:schemeClr val="accent2"/>
                </a:solidFill>
              </a:defRPr>
            </a:lvl9pPr>
          </a:lstStyle>
          <a:p/>
        </p:txBody>
      </p:sp>
      <p:sp>
        <p:nvSpPr>
          <p:cNvPr id="317" name="Google Shape;317;p45"/>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2"/>
                </a:solidFill>
              </a:defRPr>
            </a:lvl1pPr>
            <a:lvl2pPr lvl="1" rtl="0">
              <a:buNone/>
              <a:defRPr sz="1100">
                <a:solidFill>
                  <a:schemeClr val="accent2"/>
                </a:solidFill>
              </a:defRPr>
            </a:lvl2pPr>
            <a:lvl3pPr lvl="2" rtl="0">
              <a:buNone/>
              <a:defRPr sz="1100">
                <a:solidFill>
                  <a:schemeClr val="accent2"/>
                </a:solidFill>
              </a:defRPr>
            </a:lvl3pPr>
            <a:lvl4pPr lvl="3" rtl="0">
              <a:buNone/>
              <a:defRPr sz="1100">
                <a:solidFill>
                  <a:schemeClr val="accent2"/>
                </a:solidFill>
              </a:defRPr>
            </a:lvl4pPr>
            <a:lvl5pPr lvl="4" rtl="0">
              <a:buNone/>
              <a:defRPr sz="1100">
                <a:solidFill>
                  <a:schemeClr val="accent2"/>
                </a:solidFill>
              </a:defRPr>
            </a:lvl5pPr>
            <a:lvl6pPr lvl="5" rtl="0">
              <a:buNone/>
              <a:defRPr sz="1100">
                <a:solidFill>
                  <a:schemeClr val="accent2"/>
                </a:solidFill>
              </a:defRPr>
            </a:lvl6pPr>
            <a:lvl7pPr lvl="6" rtl="0">
              <a:buNone/>
              <a:defRPr sz="1100">
                <a:solidFill>
                  <a:schemeClr val="accent2"/>
                </a:solidFill>
              </a:defRPr>
            </a:lvl7pPr>
            <a:lvl8pPr lvl="7" rtl="0">
              <a:buNone/>
              <a:defRPr sz="1100">
                <a:solidFill>
                  <a:schemeClr val="accent2"/>
                </a:solidFill>
              </a:defRPr>
            </a:lvl8pPr>
            <a:lvl9pPr lvl="8" rtl="0">
              <a:buNone/>
              <a:defRPr sz="1100">
                <a:solidFill>
                  <a:schemeClr val="accent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494">
          <p15:clr>
            <a:srgbClr val="E46962"/>
          </p15:clr>
        </p15:guide>
        <p15:guide id="2" orient="horz" pos="504">
          <p15:clr>
            <a:srgbClr val="E46962"/>
          </p15:clr>
        </p15:guide>
      </p15:sldGuideLst>
    </p:ext>
  </p:extLs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venue / Graphic">
  <p:cSld name="CUSTOM_12">
    <p:spTree>
      <p:nvGrpSpPr>
        <p:cNvPr id="318" name="Shape 318"/>
        <p:cNvGrpSpPr/>
        <p:nvPr/>
      </p:nvGrpSpPr>
      <p:grpSpPr>
        <a:xfrm>
          <a:off x="0" y="0"/>
          <a:ext cx="0" cy="0"/>
          <a:chOff x="0" y="0"/>
          <a:chExt cx="0" cy="0"/>
        </a:xfrm>
      </p:grpSpPr>
      <p:sp>
        <p:nvSpPr>
          <p:cNvPr id="319" name="Google Shape;319;p46"/>
          <p:cNvSpPr txBox="1"/>
          <p:nvPr>
            <p:ph idx="1" type="body"/>
          </p:nvPr>
        </p:nvSpPr>
        <p:spPr>
          <a:xfrm>
            <a:off x="569725" y="3435300"/>
            <a:ext cx="2884200" cy="1185300"/>
          </a:xfrm>
          <a:prstGeom prst="rect">
            <a:avLst/>
          </a:prstGeom>
        </p:spPr>
        <p:txBody>
          <a:bodyPr anchorCtr="0" anchor="b"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320" name="Google Shape;320;p46"/>
          <p:cNvSpPr txBox="1"/>
          <p:nvPr>
            <p:ph idx="2" type="subTitle"/>
          </p:nvPr>
        </p:nvSpPr>
        <p:spPr>
          <a:xfrm>
            <a:off x="466802" y="445100"/>
            <a:ext cx="2403600" cy="537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1pPr>
            <a:lvl2pPr lvl="1">
              <a:spcBef>
                <a:spcPts val="0"/>
              </a:spcBef>
              <a:spcAft>
                <a:spcPts val="0"/>
              </a:spcAft>
              <a:buSzPts val="1400"/>
              <a:buFont typeface="Hepta Slab Medium"/>
              <a:buNone/>
              <a:defRPr>
                <a:latin typeface="Hepta Slab Medium"/>
                <a:ea typeface="Hepta Slab Medium"/>
                <a:cs typeface="Hepta Slab Medium"/>
                <a:sym typeface="Hepta Slab Medium"/>
              </a:defRPr>
            </a:lvl2pPr>
            <a:lvl3pPr lvl="2">
              <a:spcBef>
                <a:spcPts val="0"/>
              </a:spcBef>
              <a:spcAft>
                <a:spcPts val="0"/>
              </a:spcAft>
              <a:buSzPts val="1400"/>
              <a:buFont typeface="Hepta Slab Medium"/>
              <a:buNone/>
              <a:defRPr>
                <a:latin typeface="Hepta Slab Medium"/>
                <a:ea typeface="Hepta Slab Medium"/>
                <a:cs typeface="Hepta Slab Medium"/>
                <a:sym typeface="Hepta Slab Medium"/>
              </a:defRPr>
            </a:lvl3pPr>
            <a:lvl4pPr lvl="3">
              <a:spcBef>
                <a:spcPts val="0"/>
              </a:spcBef>
              <a:spcAft>
                <a:spcPts val="0"/>
              </a:spcAft>
              <a:buSzPts val="1400"/>
              <a:buFont typeface="Hepta Slab Medium"/>
              <a:buNone/>
              <a:defRPr>
                <a:latin typeface="Hepta Slab Medium"/>
                <a:ea typeface="Hepta Slab Medium"/>
                <a:cs typeface="Hepta Slab Medium"/>
                <a:sym typeface="Hepta Slab Medium"/>
              </a:defRPr>
            </a:lvl4pPr>
            <a:lvl5pPr lvl="4">
              <a:spcBef>
                <a:spcPts val="0"/>
              </a:spcBef>
              <a:spcAft>
                <a:spcPts val="0"/>
              </a:spcAft>
              <a:buSzPts val="1400"/>
              <a:buFont typeface="Hepta Slab Medium"/>
              <a:buNone/>
              <a:defRPr>
                <a:latin typeface="Hepta Slab Medium"/>
                <a:ea typeface="Hepta Slab Medium"/>
                <a:cs typeface="Hepta Slab Medium"/>
                <a:sym typeface="Hepta Slab Medium"/>
              </a:defRPr>
            </a:lvl5pPr>
            <a:lvl6pPr lvl="5">
              <a:spcBef>
                <a:spcPts val="0"/>
              </a:spcBef>
              <a:spcAft>
                <a:spcPts val="0"/>
              </a:spcAft>
              <a:buSzPts val="1400"/>
              <a:buFont typeface="Hepta Slab Medium"/>
              <a:buNone/>
              <a:defRPr>
                <a:latin typeface="Hepta Slab Medium"/>
                <a:ea typeface="Hepta Slab Medium"/>
                <a:cs typeface="Hepta Slab Medium"/>
                <a:sym typeface="Hepta Slab Medium"/>
              </a:defRPr>
            </a:lvl6pPr>
            <a:lvl7pPr lvl="6">
              <a:spcBef>
                <a:spcPts val="0"/>
              </a:spcBef>
              <a:spcAft>
                <a:spcPts val="0"/>
              </a:spcAft>
              <a:buSzPts val="1400"/>
              <a:buFont typeface="Hepta Slab Medium"/>
              <a:buNone/>
              <a:defRPr>
                <a:latin typeface="Hepta Slab Medium"/>
                <a:ea typeface="Hepta Slab Medium"/>
                <a:cs typeface="Hepta Slab Medium"/>
                <a:sym typeface="Hepta Slab Medium"/>
              </a:defRPr>
            </a:lvl7pPr>
            <a:lvl8pPr lvl="7">
              <a:spcBef>
                <a:spcPts val="0"/>
              </a:spcBef>
              <a:spcAft>
                <a:spcPts val="0"/>
              </a:spcAft>
              <a:buSzPts val="1400"/>
              <a:buFont typeface="Hepta Slab Medium"/>
              <a:buNone/>
              <a:defRPr>
                <a:latin typeface="Hepta Slab Medium"/>
                <a:ea typeface="Hepta Slab Medium"/>
                <a:cs typeface="Hepta Slab Medium"/>
                <a:sym typeface="Hepta Slab Medium"/>
              </a:defRPr>
            </a:lvl8pPr>
            <a:lvl9pPr lvl="8">
              <a:spcBef>
                <a:spcPts val="0"/>
              </a:spcBef>
              <a:spcAft>
                <a:spcPts val="0"/>
              </a:spcAft>
              <a:buSzPts val="1400"/>
              <a:buFont typeface="Hepta Slab Medium"/>
              <a:buNone/>
              <a:defRPr>
                <a:latin typeface="Hepta Slab Medium"/>
                <a:ea typeface="Hepta Slab Medium"/>
                <a:cs typeface="Hepta Slab Medium"/>
                <a:sym typeface="Hepta Slab Medium"/>
              </a:defRPr>
            </a:lvl9pPr>
          </a:lstStyle>
          <a:p/>
        </p:txBody>
      </p:sp>
      <p:sp>
        <p:nvSpPr>
          <p:cNvPr id="321" name="Google Shape;321;p46"/>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2"/>
                </a:solidFill>
              </a:defRPr>
            </a:lvl1pPr>
            <a:lvl2pPr lvl="1" rtl="0">
              <a:buNone/>
              <a:defRPr sz="1100">
                <a:solidFill>
                  <a:schemeClr val="accent2"/>
                </a:solidFill>
              </a:defRPr>
            </a:lvl2pPr>
            <a:lvl3pPr lvl="2" rtl="0">
              <a:buNone/>
              <a:defRPr sz="1100">
                <a:solidFill>
                  <a:schemeClr val="accent2"/>
                </a:solidFill>
              </a:defRPr>
            </a:lvl3pPr>
            <a:lvl4pPr lvl="3" rtl="0">
              <a:buNone/>
              <a:defRPr sz="1100">
                <a:solidFill>
                  <a:schemeClr val="accent2"/>
                </a:solidFill>
              </a:defRPr>
            </a:lvl4pPr>
            <a:lvl5pPr lvl="4" rtl="0">
              <a:buNone/>
              <a:defRPr sz="1100">
                <a:solidFill>
                  <a:schemeClr val="accent2"/>
                </a:solidFill>
              </a:defRPr>
            </a:lvl5pPr>
            <a:lvl6pPr lvl="5" rtl="0">
              <a:buNone/>
              <a:defRPr sz="1100">
                <a:solidFill>
                  <a:schemeClr val="accent2"/>
                </a:solidFill>
              </a:defRPr>
            </a:lvl6pPr>
            <a:lvl7pPr lvl="6" rtl="0">
              <a:buNone/>
              <a:defRPr sz="1100">
                <a:solidFill>
                  <a:schemeClr val="accent2"/>
                </a:solidFill>
              </a:defRPr>
            </a:lvl7pPr>
            <a:lvl8pPr lvl="7" rtl="0">
              <a:buNone/>
              <a:defRPr sz="1100">
                <a:solidFill>
                  <a:schemeClr val="accent2"/>
                </a:solidFill>
              </a:defRPr>
            </a:lvl8pPr>
            <a:lvl9pPr lvl="8" rtl="0">
              <a:buNone/>
              <a:defRPr sz="1100">
                <a:solidFill>
                  <a:schemeClr val="accent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31">
          <p15:clr>
            <a:srgbClr val="E46962"/>
          </p15:clr>
        </p15:guide>
      </p15:sldGuideLst>
    </p:ext>
  </p:extLs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3">
    <p:spTree>
      <p:nvGrpSpPr>
        <p:cNvPr id="322" name="Shape 322"/>
        <p:cNvGrpSpPr/>
        <p:nvPr/>
      </p:nvGrpSpPr>
      <p:grpSpPr>
        <a:xfrm>
          <a:off x="0" y="0"/>
          <a:ext cx="0" cy="0"/>
          <a:chOff x="0" y="0"/>
          <a:chExt cx="0" cy="0"/>
        </a:xfrm>
      </p:grpSpPr>
      <p:sp>
        <p:nvSpPr>
          <p:cNvPr id="323" name="Google Shape;323;p47"/>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324" name="Google Shape;324;p47"/>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325" name="Google Shape;325;p47"/>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1100"/>
            </a:lvl1pPr>
            <a:lvl2pPr indent="0" lvl="1" marL="0" algn="r">
              <a:spcBef>
                <a:spcPts val="0"/>
              </a:spcBef>
              <a:buNone/>
              <a:defRPr sz="1100"/>
            </a:lvl2pPr>
            <a:lvl3pPr indent="0" lvl="2" marL="0" algn="r">
              <a:spcBef>
                <a:spcPts val="0"/>
              </a:spcBef>
              <a:buNone/>
              <a:defRPr sz="1100"/>
            </a:lvl3pPr>
            <a:lvl4pPr indent="0" lvl="3" marL="0" algn="r">
              <a:spcBef>
                <a:spcPts val="0"/>
              </a:spcBef>
              <a:buNone/>
              <a:defRPr sz="1100"/>
            </a:lvl4pPr>
            <a:lvl5pPr indent="0" lvl="4" marL="0" algn="r">
              <a:spcBef>
                <a:spcPts val="0"/>
              </a:spcBef>
              <a:buNone/>
              <a:defRPr sz="1100"/>
            </a:lvl5pPr>
            <a:lvl6pPr indent="0" lvl="5" marL="0" algn="r">
              <a:spcBef>
                <a:spcPts val="0"/>
              </a:spcBef>
              <a:buNone/>
              <a:defRPr sz="1100"/>
            </a:lvl6pPr>
            <a:lvl7pPr indent="0" lvl="6" marL="0" algn="r">
              <a:spcBef>
                <a:spcPts val="0"/>
              </a:spcBef>
              <a:buNone/>
              <a:defRPr sz="1100"/>
            </a:lvl7pPr>
            <a:lvl8pPr indent="0" lvl="7" marL="0" algn="r">
              <a:spcBef>
                <a:spcPts val="0"/>
              </a:spcBef>
              <a:buNone/>
              <a:defRPr sz="1100"/>
            </a:lvl8pPr>
            <a:lvl9pPr indent="0" lvl="8" marL="0" algn="r">
              <a:spcBef>
                <a:spcPts val="0"/>
              </a:spcBef>
              <a:buNone/>
              <a:defRPr sz="11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4">
    <p:spTree>
      <p:nvGrpSpPr>
        <p:cNvPr id="326" name="Shape 326"/>
        <p:cNvGrpSpPr/>
        <p:nvPr/>
      </p:nvGrpSpPr>
      <p:grpSpPr>
        <a:xfrm>
          <a:off x="0" y="0"/>
          <a:ext cx="0" cy="0"/>
          <a:chOff x="0" y="0"/>
          <a:chExt cx="0" cy="0"/>
        </a:xfrm>
      </p:grpSpPr>
      <p:sp>
        <p:nvSpPr>
          <p:cNvPr id="327" name="Google Shape;327;p48"/>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328" name="Google Shape;328;p48"/>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329" name="Google Shape;329;p48"/>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1100"/>
            </a:lvl1pPr>
            <a:lvl2pPr indent="0" lvl="1" marL="0" algn="r">
              <a:spcBef>
                <a:spcPts val="0"/>
              </a:spcBef>
              <a:buNone/>
              <a:defRPr sz="1100"/>
            </a:lvl2pPr>
            <a:lvl3pPr indent="0" lvl="2" marL="0" algn="r">
              <a:spcBef>
                <a:spcPts val="0"/>
              </a:spcBef>
              <a:buNone/>
              <a:defRPr sz="1100"/>
            </a:lvl3pPr>
            <a:lvl4pPr indent="0" lvl="3" marL="0" algn="r">
              <a:spcBef>
                <a:spcPts val="0"/>
              </a:spcBef>
              <a:buNone/>
              <a:defRPr sz="1100"/>
            </a:lvl4pPr>
            <a:lvl5pPr indent="0" lvl="4" marL="0" algn="r">
              <a:spcBef>
                <a:spcPts val="0"/>
              </a:spcBef>
              <a:buNone/>
              <a:defRPr sz="1100"/>
            </a:lvl5pPr>
            <a:lvl6pPr indent="0" lvl="5" marL="0" algn="r">
              <a:spcBef>
                <a:spcPts val="0"/>
              </a:spcBef>
              <a:buNone/>
              <a:defRPr sz="1100"/>
            </a:lvl6pPr>
            <a:lvl7pPr indent="0" lvl="6" marL="0" algn="r">
              <a:spcBef>
                <a:spcPts val="0"/>
              </a:spcBef>
              <a:buNone/>
              <a:defRPr sz="1100"/>
            </a:lvl7pPr>
            <a:lvl8pPr indent="0" lvl="7" marL="0" algn="r">
              <a:spcBef>
                <a:spcPts val="0"/>
              </a:spcBef>
              <a:buNone/>
              <a:defRPr sz="1100"/>
            </a:lvl8pPr>
            <a:lvl9pPr indent="0" lvl="8" marL="0" algn="r">
              <a:spcBef>
                <a:spcPts val="0"/>
              </a:spcBef>
              <a:buNone/>
              <a:defRPr sz="11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slideLayout" Target="../slideLayouts/slideLayout46.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48" Type="http://schemas.openxmlformats.org/officeDocument/2006/relationships/theme" Target="../theme/theme1.xml"/><Relationship Id="rId25" Type="http://schemas.openxmlformats.org/officeDocument/2006/relationships/slideLayout" Target="../slideLayouts/slideLayout25.xml"/><Relationship Id="rId47" Type="http://schemas.openxmlformats.org/officeDocument/2006/relationships/slideLayout" Target="../slideLayouts/slideLayout47.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8F9FC"/>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950" y="300125"/>
            <a:ext cx="8353800" cy="838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600"/>
              <a:buFont typeface="Hepta Slab"/>
              <a:buNone/>
              <a:defRPr sz="3600">
                <a:solidFill>
                  <a:schemeClr val="dk1"/>
                </a:solidFill>
                <a:latin typeface="Hepta Slab"/>
                <a:ea typeface="Hepta Slab"/>
                <a:cs typeface="Hepta Slab"/>
                <a:sym typeface="Hepta Slab"/>
              </a:defRPr>
            </a:lvl1pPr>
            <a:lvl2pPr lvl="1">
              <a:spcBef>
                <a:spcPts val="0"/>
              </a:spcBef>
              <a:spcAft>
                <a:spcPts val="0"/>
              </a:spcAft>
              <a:buSzPts val="1400"/>
              <a:buFont typeface="Hepta Slab"/>
              <a:buNone/>
              <a:defRPr>
                <a:latin typeface="Hepta Slab"/>
                <a:ea typeface="Hepta Slab"/>
                <a:cs typeface="Hepta Slab"/>
                <a:sym typeface="Hepta Slab"/>
              </a:defRPr>
            </a:lvl2pPr>
            <a:lvl3pPr lvl="2">
              <a:spcBef>
                <a:spcPts val="0"/>
              </a:spcBef>
              <a:spcAft>
                <a:spcPts val="0"/>
              </a:spcAft>
              <a:buSzPts val="1400"/>
              <a:buFont typeface="Hepta Slab"/>
              <a:buNone/>
              <a:defRPr>
                <a:latin typeface="Hepta Slab"/>
                <a:ea typeface="Hepta Slab"/>
                <a:cs typeface="Hepta Slab"/>
                <a:sym typeface="Hepta Slab"/>
              </a:defRPr>
            </a:lvl3pPr>
            <a:lvl4pPr lvl="3">
              <a:spcBef>
                <a:spcPts val="0"/>
              </a:spcBef>
              <a:spcAft>
                <a:spcPts val="0"/>
              </a:spcAft>
              <a:buSzPts val="1400"/>
              <a:buFont typeface="Hepta Slab"/>
              <a:buNone/>
              <a:defRPr>
                <a:latin typeface="Hepta Slab"/>
                <a:ea typeface="Hepta Slab"/>
                <a:cs typeface="Hepta Slab"/>
                <a:sym typeface="Hepta Slab"/>
              </a:defRPr>
            </a:lvl4pPr>
            <a:lvl5pPr lvl="4">
              <a:spcBef>
                <a:spcPts val="0"/>
              </a:spcBef>
              <a:spcAft>
                <a:spcPts val="0"/>
              </a:spcAft>
              <a:buSzPts val="1400"/>
              <a:buFont typeface="Hepta Slab"/>
              <a:buNone/>
              <a:defRPr>
                <a:latin typeface="Hepta Slab"/>
                <a:ea typeface="Hepta Slab"/>
                <a:cs typeface="Hepta Slab"/>
                <a:sym typeface="Hepta Slab"/>
              </a:defRPr>
            </a:lvl5pPr>
            <a:lvl6pPr lvl="5">
              <a:spcBef>
                <a:spcPts val="0"/>
              </a:spcBef>
              <a:spcAft>
                <a:spcPts val="0"/>
              </a:spcAft>
              <a:buSzPts val="1400"/>
              <a:buFont typeface="Hepta Slab"/>
              <a:buNone/>
              <a:defRPr>
                <a:latin typeface="Hepta Slab"/>
                <a:ea typeface="Hepta Slab"/>
                <a:cs typeface="Hepta Slab"/>
                <a:sym typeface="Hepta Slab"/>
              </a:defRPr>
            </a:lvl6pPr>
            <a:lvl7pPr lvl="6">
              <a:spcBef>
                <a:spcPts val="0"/>
              </a:spcBef>
              <a:spcAft>
                <a:spcPts val="0"/>
              </a:spcAft>
              <a:buSzPts val="1400"/>
              <a:buFont typeface="Hepta Slab"/>
              <a:buNone/>
              <a:defRPr>
                <a:latin typeface="Hepta Slab"/>
                <a:ea typeface="Hepta Slab"/>
                <a:cs typeface="Hepta Slab"/>
                <a:sym typeface="Hepta Slab"/>
              </a:defRPr>
            </a:lvl7pPr>
            <a:lvl8pPr lvl="7">
              <a:spcBef>
                <a:spcPts val="0"/>
              </a:spcBef>
              <a:spcAft>
                <a:spcPts val="0"/>
              </a:spcAft>
              <a:buSzPts val="1400"/>
              <a:buFont typeface="Hepta Slab"/>
              <a:buNone/>
              <a:defRPr>
                <a:latin typeface="Hepta Slab"/>
                <a:ea typeface="Hepta Slab"/>
                <a:cs typeface="Hepta Slab"/>
                <a:sym typeface="Hepta Slab"/>
              </a:defRPr>
            </a:lvl8pPr>
            <a:lvl9pPr lvl="8">
              <a:spcBef>
                <a:spcPts val="0"/>
              </a:spcBef>
              <a:spcAft>
                <a:spcPts val="0"/>
              </a:spcAft>
              <a:buSzPts val="1400"/>
              <a:buFont typeface="Hepta Slab"/>
              <a:buNone/>
              <a:defRPr>
                <a:latin typeface="Hepta Slab"/>
                <a:ea typeface="Hepta Slab"/>
                <a:cs typeface="Hepta Slab"/>
                <a:sym typeface="Hepta Slab"/>
              </a:defRPr>
            </a:lvl9pPr>
          </a:lstStyle>
          <a:p/>
        </p:txBody>
      </p:sp>
      <p:sp>
        <p:nvSpPr>
          <p:cNvPr id="7" name="Google Shape;7;p1"/>
          <p:cNvSpPr txBox="1"/>
          <p:nvPr>
            <p:ph idx="1" type="body"/>
          </p:nvPr>
        </p:nvSpPr>
        <p:spPr>
          <a:xfrm>
            <a:off x="536575" y="2676025"/>
            <a:ext cx="5275500" cy="2201100"/>
          </a:xfrm>
          <a:prstGeom prst="rect">
            <a:avLst/>
          </a:prstGeom>
          <a:noFill/>
          <a:ln>
            <a:noFill/>
          </a:ln>
        </p:spPr>
        <p:txBody>
          <a:bodyPr anchorCtr="0" anchor="t" bIns="91425" lIns="91425" spcFirstLastPara="1" rIns="91425" wrap="square" tIns="91425">
            <a:noAutofit/>
          </a:bodyPr>
          <a:lstStyle>
            <a:lvl1pPr indent="-323850" lvl="0" marL="457200">
              <a:spcBef>
                <a:spcPts val="0"/>
              </a:spcBef>
              <a:spcAft>
                <a:spcPts val="0"/>
              </a:spcAft>
              <a:buClr>
                <a:schemeClr val="dk1"/>
              </a:buClr>
              <a:buSzPts val="1500"/>
              <a:buFont typeface="Barlow Light"/>
              <a:buChar char="●"/>
              <a:defRPr sz="1500">
                <a:solidFill>
                  <a:schemeClr val="dk1"/>
                </a:solidFill>
                <a:latin typeface="Barlow Light"/>
                <a:ea typeface="Barlow Light"/>
                <a:cs typeface="Barlow Light"/>
                <a:sym typeface="Barlow Light"/>
              </a:defRPr>
            </a:lvl1pPr>
            <a:lvl2pPr indent="-317500" lvl="1" marL="914400">
              <a:spcBef>
                <a:spcPts val="0"/>
              </a:spcBef>
              <a:spcAft>
                <a:spcPts val="0"/>
              </a:spcAft>
              <a:buClr>
                <a:schemeClr val="dk1"/>
              </a:buClr>
              <a:buSzPts val="1400"/>
              <a:buFont typeface="Barlow Light"/>
              <a:buChar char="○"/>
              <a:defRPr>
                <a:solidFill>
                  <a:schemeClr val="dk1"/>
                </a:solidFill>
                <a:latin typeface="Barlow Light"/>
                <a:ea typeface="Barlow Light"/>
                <a:cs typeface="Barlow Light"/>
                <a:sym typeface="Barlow Light"/>
              </a:defRPr>
            </a:lvl2pPr>
            <a:lvl3pPr indent="-311150" lvl="2" marL="1371600">
              <a:spcBef>
                <a:spcPts val="0"/>
              </a:spcBef>
              <a:spcAft>
                <a:spcPts val="0"/>
              </a:spcAft>
              <a:buClr>
                <a:schemeClr val="dk1"/>
              </a:buClr>
              <a:buSzPts val="1300"/>
              <a:buFont typeface="Barlow Light"/>
              <a:buChar char="■"/>
              <a:defRPr sz="1300">
                <a:solidFill>
                  <a:schemeClr val="dk1"/>
                </a:solidFill>
                <a:latin typeface="Barlow Light"/>
                <a:ea typeface="Barlow Light"/>
                <a:cs typeface="Barlow Light"/>
                <a:sym typeface="Barlow Light"/>
              </a:defRPr>
            </a:lvl3pPr>
            <a:lvl4pPr indent="-304800" lvl="3" marL="1828800">
              <a:spcBef>
                <a:spcPts val="0"/>
              </a:spcBef>
              <a:spcAft>
                <a:spcPts val="0"/>
              </a:spcAft>
              <a:buClr>
                <a:schemeClr val="dk1"/>
              </a:buClr>
              <a:buSzPts val="1200"/>
              <a:buFont typeface="Barlow Light"/>
              <a:buChar char="●"/>
              <a:defRPr sz="1200">
                <a:solidFill>
                  <a:schemeClr val="dk1"/>
                </a:solidFill>
                <a:latin typeface="Barlow Light"/>
                <a:ea typeface="Barlow Light"/>
                <a:cs typeface="Barlow Light"/>
                <a:sym typeface="Barlow Light"/>
              </a:defRPr>
            </a:lvl4pPr>
            <a:lvl5pPr indent="-298450" lvl="4" marL="2286000">
              <a:spcBef>
                <a:spcPts val="0"/>
              </a:spcBef>
              <a:spcAft>
                <a:spcPts val="0"/>
              </a:spcAft>
              <a:buClr>
                <a:schemeClr val="dk1"/>
              </a:buClr>
              <a:buSzPts val="1100"/>
              <a:buFont typeface="Barlow Light"/>
              <a:buChar char="○"/>
              <a:defRPr sz="1100">
                <a:solidFill>
                  <a:schemeClr val="dk1"/>
                </a:solidFill>
                <a:latin typeface="Barlow Light"/>
                <a:ea typeface="Barlow Light"/>
                <a:cs typeface="Barlow Light"/>
                <a:sym typeface="Barlow Light"/>
              </a:defRPr>
            </a:lvl5pPr>
            <a:lvl6pPr indent="-292100" lvl="5" marL="2743200">
              <a:spcBef>
                <a:spcPts val="0"/>
              </a:spcBef>
              <a:spcAft>
                <a:spcPts val="0"/>
              </a:spcAft>
              <a:buClr>
                <a:schemeClr val="dk1"/>
              </a:buClr>
              <a:buSzPts val="1000"/>
              <a:buFont typeface="Barlow Light"/>
              <a:buChar char="■"/>
              <a:defRPr sz="1000">
                <a:solidFill>
                  <a:schemeClr val="dk1"/>
                </a:solidFill>
                <a:latin typeface="Barlow Light"/>
                <a:ea typeface="Barlow Light"/>
                <a:cs typeface="Barlow Light"/>
                <a:sym typeface="Barlow Light"/>
              </a:defRPr>
            </a:lvl6pPr>
            <a:lvl7pPr indent="-285750" lvl="6" marL="3200400">
              <a:spcBef>
                <a:spcPts val="0"/>
              </a:spcBef>
              <a:spcAft>
                <a:spcPts val="0"/>
              </a:spcAft>
              <a:buClr>
                <a:schemeClr val="dk1"/>
              </a:buClr>
              <a:buSzPts val="900"/>
              <a:buFont typeface="Barlow Light"/>
              <a:buChar char="●"/>
              <a:defRPr sz="900">
                <a:solidFill>
                  <a:schemeClr val="dk1"/>
                </a:solidFill>
                <a:latin typeface="Barlow Light"/>
                <a:ea typeface="Barlow Light"/>
                <a:cs typeface="Barlow Light"/>
                <a:sym typeface="Barlow Light"/>
              </a:defRPr>
            </a:lvl7pPr>
            <a:lvl8pPr indent="-279400" lvl="7" marL="3657600">
              <a:spcBef>
                <a:spcPts val="0"/>
              </a:spcBef>
              <a:spcAft>
                <a:spcPts val="0"/>
              </a:spcAft>
              <a:buClr>
                <a:schemeClr val="dk1"/>
              </a:buClr>
              <a:buSzPts val="800"/>
              <a:buFont typeface="Barlow Light"/>
              <a:buChar char="○"/>
              <a:defRPr sz="800">
                <a:solidFill>
                  <a:schemeClr val="dk1"/>
                </a:solidFill>
                <a:latin typeface="Barlow Light"/>
                <a:ea typeface="Barlow Light"/>
                <a:cs typeface="Barlow Light"/>
                <a:sym typeface="Barlow Light"/>
              </a:defRPr>
            </a:lvl8pPr>
            <a:lvl9pPr indent="-273050" lvl="8" marL="4114800">
              <a:spcBef>
                <a:spcPts val="0"/>
              </a:spcBef>
              <a:spcAft>
                <a:spcPts val="0"/>
              </a:spcAft>
              <a:buClr>
                <a:schemeClr val="dk1"/>
              </a:buClr>
              <a:buSzPts val="700"/>
              <a:buFont typeface="Barlow Light"/>
              <a:buChar char="■"/>
              <a:defRPr sz="800">
                <a:solidFill>
                  <a:schemeClr val="dk1"/>
                </a:solidFill>
                <a:latin typeface="Barlow Light"/>
                <a:ea typeface="Barlow Light"/>
                <a:cs typeface="Barlow Light"/>
                <a:sym typeface="Barlow Light"/>
              </a:defRPr>
            </a:lvl9pPr>
          </a:lstStyle>
          <a:p/>
        </p:txBody>
      </p:sp>
      <p:sp>
        <p:nvSpPr>
          <p:cNvPr id="8" name="Google Shape;8;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Barlow Light"/>
                <a:ea typeface="Barlow Light"/>
                <a:cs typeface="Barlow Light"/>
                <a:sym typeface="Barlow Light"/>
              </a:defRPr>
            </a:lvl1pPr>
            <a:lvl2pPr lvl="1" algn="r">
              <a:buNone/>
              <a:defRPr sz="1300">
                <a:solidFill>
                  <a:schemeClr val="dk1"/>
                </a:solidFill>
                <a:latin typeface="Barlow Light"/>
                <a:ea typeface="Barlow Light"/>
                <a:cs typeface="Barlow Light"/>
                <a:sym typeface="Barlow Light"/>
              </a:defRPr>
            </a:lvl2pPr>
            <a:lvl3pPr lvl="2" algn="r">
              <a:buNone/>
              <a:defRPr sz="1300">
                <a:solidFill>
                  <a:schemeClr val="dk1"/>
                </a:solidFill>
                <a:latin typeface="Barlow Light"/>
                <a:ea typeface="Barlow Light"/>
                <a:cs typeface="Barlow Light"/>
                <a:sym typeface="Barlow Light"/>
              </a:defRPr>
            </a:lvl3pPr>
            <a:lvl4pPr lvl="3" algn="r">
              <a:buNone/>
              <a:defRPr sz="1300">
                <a:solidFill>
                  <a:schemeClr val="dk1"/>
                </a:solidFill>
                <a:latin typeface="Barlow Light"/>
                <a:ea typeface="Barlow Light"/>
                <a:cs typeface="Barlow Light"/>
                <a:sym typeface="Barlow Light"/>
              </a:defRPr>
            </a:lvl4pPr>
            <a:lvl5pPr lvl="4" algn="r">
              <a:buNone/>
              <a:defRPr sz="1300">
                <a:solidFill>
                  <a:schemeClr val="dk1"/>
                </a:solidFill>
                <a:latin typeface="Barlow Light"/>
                <a:ea typeface="Barlow Light"/>
                <a:cs typeface="Barlow Light"/>
                <a:sym typeface="Barlow Light"/>
              </a:defRPr>
            </a:lvl5pPr>
            <a:lvl6pPr lvl="5" algn="r">
              <a:buNone/>
              <a:defRPr sz="1300">
                <a:solidFill>
                  <a:schemeClr val="dk1"/>
                </a:solidFill>
                <a:latin typeface="Barlow Light"/>
                <a:ea typeface="Barlow Light"/>
                <a:cs typeface="Barlow Light"/>
                <a:sym typeface="Barlow Light"/>
              </a:defRPr>
            </a:lvl6pPr>
            <a:lvl7pPr lvl="6" algn="r">
              <a:buNone/>
              <a:defRPr sz="1300">
                <a:solidFill>
                  <a:schemeClr val="dk1"/>
                </a:solidFill>
                <a:latin typeface="Barlow Light"/>
                <a:ea typeface="Barlow Light"/>
                <a:cs typeface="Barlow Light"/>
                <a:sym typeface="Barlow Light"/>
              </a:defRPr>
            </a:lvl7pPr>
            <a:lvl8pPr lvl="7" algn="r">
              <a:buNone/>
              <a:defRPr sz="1300">
                <a:solidFill>
                  <a:schemeClr val="dk1"/>
                </a:solidFill>
                <a:latin typeface="Barlow Light"/>
                <a:ea typeface="Barlow Light"/>
                <a:cs typeface="Barlow Light"/>
                <a:sym typeface="Barlow Light"/>
              </a:defRPr>
            </a:lvl8pPr>
            <a:lvl9pPr lvl="8" algn="r">
              <a:buNone/>
              <a:defRPr sz="1300">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9"/>
          <p:cNvSpPr txBox="1"/>
          <p:nvPr>
            <p:ph idx="4294967295" type="title"/>
          </p:nvPr>
        </p:nvSpPr>
        <p:spPr>
          <a:xfrm>
            <a:off x="184925" y="250825"/>
            <a:ext cx="7039200" cy="133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b="1" lang="en" sz="2000">
                <a:solidFill>
                  <a:srgbClr val="002060"/>
                </a:solidFill>
                <a:latin typeface="Inter"/>
                <a:ea typeface="Inter"/>
                <a:cs typeface="Inter"/>
                <a:sym typeface="Inter"/>
              </a:rPr>
              <a:t>Case Study: Analyzing a Suspicious PCAP</a:t>
            </a:r>
            <a:endParaRPr b="1" sz="3000">
              <a:solidFill>
                <a:srgbClr val="002060"/>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lang="en" sz="1500">
                <a:solidFill>
                  <a:schemeClr val="lt1"/>
                </a:solidFill>
                <a:latin typeface="Inter"/>
                <a:ea typeface="Inter"/>
                <a:cs typeface="Inter"/>
                <a:sym typeface="Inter"/>
              </a:rPr>
              <a:t>By: Jason Man</a:t>
            </a:r>
            <a:endParaRPr sz="1500">
              <a:solidFill>
                <a:schemeClr val="lt1"/>
              </a:solidFill>
              <a:latin typeface="Inter"/>
              <a:ea typeface="Inter"/>
              <a:cs typeface="Inter"/>
              <a:sym typeface="Inter"/>
            </a:endParaRPr>
          </a:p>
        </p:txBody>
      </p:sp>
      <p:sp>
        <p:nvSpPr>
          <p:cNvPr id="335" name="Google Shape;335;p49"/>
          <p:cNvSpPr/>
          <p:nvPr/>
        </p:nvSpPr>
        <p:spPr>
          <a:xfrm>
            <a:off x="8923425" y="0"/>
            <a:ext cx="220500" cy="51435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Arial"/>
              <a:ea typeface="Arial"/>
              <a:cs typeface="Arial"/>
              <a:sym typeface="Arial"/>
            </a:endParaRPr>
          </a:p>
        </p:txBody>
      </p:sp>
      <p:pic>
        <p:nvPicPr>
          <p:cNvPr id="336" name="Google Shape;336;p49"/>
          <p:cNvPicPr preferRelativeResize="0"/>
          <p:nvPr/>
        </p:nvPicPr>
        <p:blipFill>
          <a:blip r:embed="rId3">
            <a:alphaModFix/>
          </a:blip>
          <a:stretch>
            <a:fillRect/>
          </a:stretch>
        </p:blipFill>
        <p:spPr>
          <a:xfrm>
            <a:off x="1812163" y="1824075"/>
            <a:ext cx="5286375" cy="1924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B"/>
        </a:solidFill>
      </p:bgPr>
    </p:bg>
    <p:spTree>
      <p:nvGrpSpPr>
        <p:cNvPr id="341" name="Shape 341"/>
        <p:cNvGrpSpPr/>
        <p:nvPr/>
      </p:nvGrpSpPr>
      <p:grpSpPr>
        <a:xfrm>
          <a:off x="0" y="0"/>
          <a:ext cx="0" cy="0"/>
          <a:chOff x="0" y="0"/>
          <a:chExt cx="0" cy="0"/>
        </a:xfrm>
      </p:grpSpPr>
      <p:sp>
        <p:nvSpPr>
          <p:cNvPr id="342" name="Google Shape;342;p50"/>
          <p:cNvSpPr txBox="1"/>
          <p:nvPr/>
        </p:nvSpPr>
        <p:spPr>
          <a:xfrm>
            <a:off x="205745" y="171450"/>
            <a:ext cx="7544001"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000" u="none" cap="none" strike="noStrike">
                <a:solidFill>
                  <a:srgbClr val="102D54"/>
                </a:solidFill>
                <a:latin typeface="Arial"/>
                <a:ea typeface="Arial"/>
                <a:cs typeface="Arial"/>
                <a:sym typeface="Arial"/>
              </a:rPr>
              <a:t>Case Study: Analyzing a Suspicious PCAP</a:t>
            </a:r>
            <a:endParaRPr sz="1100"/>
          </a:p>
        </p:txBody>
      </p:sp>
      <p:sp>
        <p:nvSpPr>
          <p:cNvPr id="343" name="Google Shape;343;p50"/>
          <p:cNvSpPr txBox="1"/>
          <p:nvPr/>
        </p:nvSpPr>
        <p:spPr>
          <a:xfrm>
            <a:off x="205745" y="534924"/>
            <a:ext cx="6858183"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100" u="none" cap="none" strike="noStrike">
                <a:solidFill>
                  <a:srgbClr val="191919"/>
                </a:solidFill>
                <a:latin typeface="Arial"/>
                <a:ea typeface="Arial"/>
                <a:cs typeface="Arial"/>
                <a:sym typeface="Arial"/>
              </a:rPr>
              <a:t>Using packet data to validate an escalated alert</a:t>
            </a:r>
            <a:endParaRPr sz="1100"/>
          </a:p>
        </p:txBody>
      </p:sp>
      <p:sp>
        <p:nvSpPr>
          <p:cNvPr id="344" name="Google Shape;344;p50"/>
          <p:cNvSpPr txBox="1"/>
          <p:nvPr/>
        </p:nvSpPr>
        <p:spPr>
          <a:xfrm>
            <a:off x="8709892" y="171450"/>
            <a:ext cx="205745" cy="17145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600" u="none" cap="none" strike="noStrike">
                <a:solidFill>
                  <a:srgbClr val="859752"/>
                </a:solidFill>
                <a:latin typeface="Arial"/>
                <a:ea typeface="Arial"/>
                <a:cs typeface="Arial"/>
                <a:sym typeface="Arial"/>
              </a:rPr>
              <a:t>1</a:t>
            </a:r>
            <a:endParaRPr sz="1100"/>
          </a:p>
        </p:txBody>
      </p:sp>
      <p:sp>
        <p:nvSpPr>
          <p:cNvPr id="345" name="Google Shape;345;p50"/>
          <p:cNvSpPr txBox="1"/>
          <p:nvPr/>
        </p:nvSpPr>
        <p:spPr>
          <a:xfrm>
            <a:off x="377200" y="925830"/>
            <a:ext cx="8229900" cy="43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200" u="none" cap="none" strike="noStrike">
                <a:solidFill>
                  <a:srgbClr val="191919"/>
                </a:solidFill>
                <a:latin typeface="Arial"/>
                <a:ea typeface="Arial"/>
                <a:cs typeface="Arial"/>
                <a:sym typeface="Arial"/>
              </a:rPr>
              <a:t>•  An analyst at Meridian Trust Bank reviewed a full day of PCAP data from a branch network segment after receiving an escalated security alert</a:t>
            </a:r>
            <a:endParaRPr sz="1100"/>
          </a:p>
        </p:txBody>
      </p:sp>
      <p:sp>
        <p:nvSpPr>
          <p:cNvPr id="346" name="Google Shape;346;p50"/>
          <p:cNvSpPr/>
          <p:nvPr/>
        </p:nvSpPr>
        <p:spPr>
          <a:xfrm>
            <a:off x="377200" y="1543050"/>
            <a:ext cx="2606109" cy="2297430"/>
          </a:xfrm>
          <a:prstGeom prst="roundRect">
            <a:avLst>
              <a:gd fmla="val 16667" name="adj"/>
            </a:avLst>
          </a:prstGeom>
          <a:solidFill>
            <a:srgbClr val="FCE5CD"/>
          </a:solidFill>
          <a:ln cap="flat" cmpd="sng" w="9525">
            <a:solidFill>
              <a:srgbClr val="DCE0E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47" name="Google Shape;347;p50"/>
          <p:cNvSpPr txBox="1"/>
          <p:nvPr/>
        </p:nvSpPr>
        <p:spPr>
          <a:xfrm>
            <a:off x="500647" y="1652778"/>
            <a:ext cx="2359200" cy="269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300" u="none" cap="none" strike="noStrike">
                <a:solidFill>
                  <a:srgbClr val="102D54"/>
                </a:solidFill>
                <a:latin typeface="Arial"/>
                <a:ea typeface="Arial"/>
                <a:cs typeface="Arial"/>
                <a:sym typeface="Arial"/>
              </a:rPr>
              <a:t>Understand the Capture</a:t>
            </a:r>
            <a:endParaRPr sz="1300"/>
          </a:p>
        </p:txBody>
      </p:sp>
      <p:sp>
        <p:nvSpPr>
          <p:cNvPr id="348" name="Google Shape;348;p50"/>
          <p:cNvSpPr txBox="1"/>
          <p:nvPr/>
        </p:nvSpPr>
        <p:spPr>
          <a:xfrm>
            <a:off x="500647" y="2002536"/>
            <a:ext cx="2359200" cy="808200"/>
          </a:xfrm>
          <a:prstGeom prst="rect">
            <a:avLst/>
          </a:prstGeom>
          <a:solidFill>
            <a:srgbClr val="FCE5CD"/>
          </a:solid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200" u="none" cap="none" strike="noStrike">
                <a:solidFill>
                  <a:srgbClr val="191919"/>
                </a:solidFill>
                <a:latin typeface="Arial"/>
                <a:ea typeface="Arial"/>
                <a:cs typeface="Arial"/>
                <a:sym typeface="Arial"/>
              </a:rPr>
              <a:t>Determine the PCAP’s timeframe and identify which systems appear in the network traffic</a:t>
            </a:r>
            <a:endParaRPr sz="1200"/>
          </a:p>
        </p:txBody>
      </p:sp>
      <p:sp>
        <p:nvSpPr>
          <p:cNvPr id="349" name="Google Shape;349;p50"/>
          <p:cNvSpPr/>
          <p:nvPr/>
        </p:nvSpPr>
        <p:spPr>
          <a:xfrm>
            <a:off x="3271353" y="1543050"/>
            <a:ext cx="2606109" cy="2297430"/>
          </a:xfrm>
          <a:prstGeom prst="roundRect">
            <a:avLst>
              <a:gd fmla="val 16667" name="adj"/>
            </a:avLst>
          </a:prstGeom>
          <a:solidFill>
            <a:srgbClr val="FFF2CC"/>
          </a:solidFill>
          <a:ln cap="flat" cmpd="sng" w="9525">
            <a:solidFill>
              <a:srgbClr val="DCE0E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50" name="Google Shape;350;p50"/>
          <p:cNvSpPr txBox="1"/>
          <p:nvPr/>
        </p:nvSpPr>
        <p:spPr>
          <a:xfrm>
            <a:off x="3394800" y="1652778"/>
            <a:ext cx="2359200" cy="269400"/>
          </a:xfrm>
          <a:prstGeom prst="rect">
            <a:avLst/>
          </a:prstGeom>
          <a:solidFill>
            <a:srgbClr val="FFF2CC"/>
          </a:solid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300" u="none" cap="none" strike="noStrike">
                <a:solidFill>
                  <a:srgbClr val="102D54"/>
                </a:solidFill>
                <a:latin typeface="Arial"/>
                <a:ea typeface="Arial"/>
                <a:cs typeface="Arial"/>
                <a:sym typeface="Arial"/>
              </a:rPr>
              <a:t>Investigate the Alert</a:t>
            </a:r>
            <a:endParaRPr sz="1300"/>
          </a:p>
        </p:txBody>
      </p:sp>
      <p:sp>
        <p:nvSpPr>
          <p:cNvPr id="351" name="Google Shape;351;p50"/>
          <p:cNvSpPr txBox="1"/>
          <p:nvPr/>
        </p:nvSpPr>
        <p:spPr>
          <a:xfrm>
            <a:off x="3394800" y="2002536"/>
            <a:ext cx="2359200" cy="623400"/>
          </a:xfrm>
          <a:prstGeom prst="rect">
            <a:avLst/>
          </a:prstGeom>
          <a:solidFill>
            <a:srgbClr val="FFF2CC"/>
          </a:solid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200" u="none" cap="none" strike="noStrike">
                <a:solidFill>
                  <a:srgbClr val="191919"/>
                </a:solidFill>
                <a:latin typeface="Arial"/>
                <a:ea typeface="Arial"/>
                <a:cs typeface="Arial"/>
                <a:sym typeface="Arial"/>
              </a:rPr>
              <a:t>Narrow the capture to the workstation and </a:t>
            </a:r>
            <a:r>
              <a:rPr lang="en" sz="1200">
                <a:solidFill>
                  <a:srgbClr val="191919"/>
                </a:solidFill>
              </a:rPr>
              <a:t>time frame</a:t>
            </a:r>
            <a:r>
              <a:rPr b="0" i="0" lang="en" sz="1200" u="none" cap="none" strike="noStrike">
                <a:solidFill>
                  <a:srgbClr val="191919"/>
                </a:solidFill>
                <a:latin typeface="Arial"/>
                <a:ea typeface="Arial"/>
                <a:cs typeface="Arial"/>
                <a:sym typeface="Arial"/>
              </a:rPr>
              <a:t> associated with the original alert</a:t>
            </a:r>
            <a:endParaRPr sz="1200"/>
          </a:p>
        </p:txBody>
      </p:sp>
      <p:sp>
        <p:nvSpPr>
          <p:cNvPr id="352" name="Google Shape;352;p50"/>
          <p:cNvSpPr/>
          <p:nvPr/>
        </p:nvSpPr>
        <p:spPr>
          <a:xfrm>
            <a:off x="6158648" y="1543050"/>
            <a:ext cx="2606109" cy="2297430"/>
          </a:xfrm>
          <a:prstGeom prst="roundRect">
            <a:avLst>
              <a:gd fmla="val 16667" name="adj"/>
            </a:avLst>
          </a:prstGeom>
          <a:solidFill>
            <a:srgbClr val="D9EAD3"/>
          </a:solidFill>
          <a:ln cap="flat" cmpd="sng" w="9525">
            <a:solidFill>
              <a:srgbClr val="DCE0E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53" name="Google Shape;353;p50"/>
          <p:cNvSpPr txBox="1"/>
          <p:nvPr/>
        </p:nvSpPr>
        <p:spPr>
          <a:xfrm>
            <a:off x="6282095" y="1652778"/>
            <a:ext cx="2359200" cy="269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300" u="none" cap="none" strike="noStrike">
                <a:solidFill>
                  <a:srgbClr val="102D54"/>
                </a:solidFill>
                <a:latin typeface="Arial"/>
                <a:ea typeface="Arial"/>
                <a:cs typeface="Arial"/>
                <a:sym typeface="Arial"/>
              </a:rPr>
              <a:t>Reach a Conclusion</a:t>
            </a:r>
            <a:endParaRPr sz="1300"/>
          </a:p>
        </p:txBody>
      </p:sp>
      <p:sp>
        <p:nvSpPr>
          <p:cNvPr id="354" name="Google Shape;354;p50"/>
          <p:cNvSpPr txBox="1"/>
          <p:nvPr/>
        </p:nvSpPr>
        <p:spPr>
          <a:xfrm>
            <a:off x="6282095" y="2002536"/>
            <a:ext cx="2359200" cy="623400"/>
          </a:xfrm>
          <a:prstGeom prst="rect">
            <a:avLst/>
          </a:prstGeom>
          <a:solidFill>
            <a:srgbClr val="D9EAD3"/>
          </a:solid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200" u="none" cap="none" strike="noStrike">
                <a:solidFill>
                  <a:srgbClr val="191919"/>
                </a:solidFill>
                <a:latin typeface="Arial"/>
                <a:ea typeface="Arial"/>
                <a:cs typeface="Arial"/>
                <a:sym typeface="Arial"/>
              </a:rPr>
              <a:t>Use the filtered packet evidence to determine whether the activity is actually malicious</a:t>
            </a:r>
            <a:endParaRPr sz="1200"/>
          </a:p>
        </p:txBody>
      </p:sp>
      <p:sp>
        <p:nvSpPr>
          <p:cNvPr id="355" name="Google Shape;355;p50"/>
          <p:cNvSpPr txBox="1"/>
          <p:nvPr/>
        </p:nvSpPr>
        <p:spPr>
          <a:xfrm>
            <a:off x="377200" y="4354830"/>
            <a:ext cx="1028727" cy="2057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900" u="none" cap="none" strike="noStrike">
                <a:solidFill>
                  <a:srgbClr val="102D54"/>
                </a:solidFill>
                <a:latin typeface="Arial"/>
                <a:ea typeface="Arial"/>
                <a:cs typeface="Arial"/>
                <a:sym typeface="Arial"/>
              </a:rPr>
              <a:t>Key Takeaway:</a:t>
            </a:r>
            <a:endParaRPr sz="1100"/>
          </a:p>
        </p:txBody>
      </p:sp>
      <p:sp>
        <p:nvSpPr>
          <p:cNvPr id="356" name="Google Shape;356;p50"/>
          <p:cNvSpPr txBox="1"/>
          <p:nvPr/>
        </p:nvSpPr>
        <p:spPr>
          <a:xfrm>
            <a:off x="1268764" y="4354830"/>
            <a:ext cx="7406837"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900" u="none" cap="none" strike="noStrike">
                <a:solidFill>
                  <a:srgbClr val="191919"/>
                </a:solidFill>
                <a:latin typeface="Arial"/>
                <a:ea typeface="Arial"/>
                <a:cs typeface="Arial"/>
                <a:sym typeface="Arial"/>
              </a:rPr>
              <a:t>PCAP analysis should move from understanding the full dataset to narrowing the evidence around the specific alert.</a:t>
            </a:r>
            <a:endParaRPr sz="1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B"/>
        </a:solidFill>
      </p:bgPr>
    </p:bg>
    <p:spTree>
      <p:nvGrpSpPr>
        <p:cNvPr id="361" name="Shape 361"/>
        <p:cNvGrpSpPr/>
        <p:nvPr/>
      </p:nvGrpSpPr>
      <p:grpSpPr>
        <a:xfrm>
          <a:off x="0" y="0"/>
          <a:ext cx="0" cy="0"/>
          <a:chOff x="0" y="0"/>
          <a:chExt cx="0" cy="0"/>
        </a:xfrm>
      </p:grpSpPr>
      <p:sp>
        <p:nvSpPr>
          <p:cNvPr id="362" name="Google Shape;362;p51"/>
          <p:cNvSpPr txBox="1"/>
          <p:nvPr/>
        </p:nvSpPr>
        <p:spPr>
          <a:xfrm>
            <a:off x="205745" y="171450"/>
            <a:ext cx="7544001"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000" u="none" cap="none" strike="noStrike">
                <a:solidFill>
                  <a:srgbClr val="102D54"/>
                </a:solidFill>
                <a:latin typeface="Arial"/>
                <a:ea typeface="Arial"/>
                <a:cs typeface="Arial"/>
                <a:sym typeface="Arial"/>
              </a:rPr>
              <a:t>Step 1: </a:t>
            </a:r>
            <a:r>
              <a:rPr b="1" lang="en" sz="2000">
                <a:solidFill>
                  <a:srgbClr val="102D54"/>
                </a:solidFill>
              </a:rPr>
              <a:t>Initial Evidence</a:t>
            </a:r>
            <a:endParaRPr sz="1100"/>
          </a:p>
        </p:txBody>
      </p:sp>
      <p:sp>
        <p:nvSpPr>
          <p:cNvPr id="363" name="Google Shape;363;p51"/>
          <p:cNvSpPr txBox="1"/>
          <p:nvPr/>
        </p:nvSpPr>
        <p:spPr>
          <a:xfrm>
            <a:off x="205745" y="534924"/>
            <a:ext cx="6858183"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100" u="none" cap="none" strike="noStrike">
                <a:solidFill>
                  <a:srgbClr val="191919"/>
                </a:solidFill>
                <a:latin typeface="Arial"/>
                <a:ea typeface="Arial"/>
                <a:cs typeface="Arial"/>
                <a:sym typeface="Arial"/>
              </a:rPr>
              <a:t>Understand the evidence before narrowing the investigation</a:t>
            </a:r>
            <a:endParaRPr sz="1100"/>
          </a:p>
        </p:txBody>
      </p:sp>
      <p:sp>
        <p:nvSpPr>
          <p:cNvPr id="364" name="Google Shape;364;p51"/>
          <p:cNvSpPr txBox="1"/>
          <p:nvPr/>
        </p:nvSpPr>
        <p:spPr>
          <a:xfrm>
            <a:off x="8709892" y="171450"/>
            <a:ext cx="205745" cy="17145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600" u="none" cap="none" strike="noStrike">
                <a:solidFill>
                  <a:srgbClr val="859752"/>
                </a:solidFill>
                <a:latin typeface="Arial"/>
                <a:ea typeface="Arial"/>
                <a:cs typeface="Arial"/>
                <a:sym typeface="Arial"/>
              </a:rPr>
              <a:t>2</a:t>
            </a:r>
            <a:endParaRPr sz="1100"/>
          </a:p>
        </p:txBody>
      </p:sp>
      <p:sp>
        <p:nvSpPr>
          <p:cNvPr id="365" name="Google Shape;365;p51"/>
          <p:cNvSpPr txBox="1"/>
          <p:nvPr/>
        </p:nvSpPr>
        <p:spPr>
          <a:xfrm>
            <a:off x="377200" y="925830"/>
            <a:ext cx="82299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200" u="none" cap="none" strike="noStrike">
                <a:solidFill>
                  <a:srgbClr val="191919"/>
                </a:solidFill>
                <a:latin typeface="Arial"/>
                <a:ea typeface="Arial"/>
                <a:cs typeface="Arial"/>
                <a:sym typeface="Arial"/>
              </a:rPr>
              <a:t>•  Before applying filters, the analyst confirmed the time range of the PCAP and the systems represented in the capture</a:t>
            </a:r>
            <a:endParaRPr sz="1100"/>
          </a:p>
        </p:txBody>
      </p:sp>
      <p:sp>
        <p:nvSpPr>
          <p:cNvPr id="366" name="Google Shape;366;p51"/>
          <p:cNvSpPr/>
          <p:nvPr/>
        </p:nvSpPr>
        <p:spPr>
          <a:xfrm>
            <a:off x="377200" y="1543050"/>
            <a:ext cx="2606109" cy="2297430"/>
          </a:xfrm>
          <a:prstGeom prst="roundRect">
            <a:avLst>
              <a:gd fmla="val 16667" name="adj"/>
            </a:avLst>
          </a:prstGeom>
          <a:solidFill>
            <a:srgbClr val="FCE5CD"/>
          </a:solidFill>
          <a:ln cap="flat" cmpd="sng" w="9525">
            <a:solidFill>
              <a:srgbClr val="DCE0E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67" name="Google Shape;367;p51"/>
          <p:cNvSpPr txBox="1"/>
          <p:nvPr/>
        </p:nvSpPr>
        <p:spPr>
          <a:xfrm>
            <a:off x="500647" y="1652778"/>
            <a:ext cx="2359200" cy="269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300" u="none" cap="none" strike="noStrike">
                <a:solidFill>
                  <a:srgbClr val="102D54"/>
                </a:solidFill>
                <a:latin typeface="Arial"/>
                <a:ea typeface="Arial"/>
                <a:cs typeface="Arial"/>
                <a:sym typeface="Arial"/>
              </a:rPr>
              <a:t>Confirm the Time Range</a:t>
            </a:r>
            <a:endParaRPr sz="1300"/>
          </a:p>
        </p:txBody>
      </p:sp>
      <p:sp>
        <p:nvSpPr>
          <p:cNvPr id="368" name="Google Shape;368;p51"/>
          <p:cNvSpPr txBox="1"/>
          <p:nvPr/>
        </p:nvSpPr>
        <p:spPr>
          <a:xfrm>
            <a:off x="500647" y="2002536"/>
            <a:ext cx="2359200" cy="808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200" u="none" cap="none" strike="noStrike">
                <a:solidFill>
                  <a:srgbClr val="191919"/>
                </a:solidFill>
                <a:latin typeface="Arial"/>
                <a:ea typeface="Arial"/>
                <a:cs typeface="Arial"/>
                <a:sym typeface="Arial"/>
              </a:rPr>
              <a:t>Determine </a:t>
            </a:r>
            <a:r>
              <a:rPr b="0" i="0" lang="en" sz="1200" u="sng" cap="none" strike="noStrike">
                <a:solidFill>
                  <a:srgbClr val="191919"/>
                </a:solidFill>
                <a:latin typeface="Arial"/>
                <a:ea typeface="Arial"/>
                <a:cs typeface="Arial"/>
                <a:sym typeface="Arial"/>
              </a:rPr>
              <a:t>when the packet capture begins and ends</a:t>
            </a:r>
            <a:r>
              <a:rPr b="0" i="0" lang="en" sz="1200" u="none" cap="none" strike="noStrike">
                <a:solidFill>
                  <a:srgbClr val="191919"/>
                </a:solidFill>
                <a:latin typeface="Arial"/>
                <a:ea typeface="Arial"/>
                <a:cs typeface="Arial"/>
                <a:sym typeface="Arial"/>
              </a:rPr>
              <a:t> so the analyst knows whether it covers the timeframe of the alert</a:t>
            </a:r>
            <a:endParaRPr sz="1200"/>
          </a:p>
        </p:txBody>
      </p:sp>
      <p:sp>
        <p:nvSpPr>
          <p:cNvPr id="369" name="Google Shape;369;p51"/>
          <p:cNvSpPr/>
          <p:nvPr/>
        </p:nvSpPr>
        <p:spPr>
          <a:xfrm>
            <a:off x="3271353" y="1543050"/>
            <a:ext cx="2606109" cy="2297430"/>
          </a:xfrm>
          <a:prstGeom prst="roundRect">
            <a:avLst>
              <a:gd fmla="val 16667" name="adj"/>
            </a:avLst>
          </a:prstGeom>
          <a:solidFill>
            <a:srgbClr val="FCE5CD"/>
          </a:solidFill>
          <a:ln cap="flat" cmpd="sng" w="9525">
            <a:solidFill>
              <a:srgbClr val="DCE0E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0" name="Google Shape;370;p51"/>
          <p:cNvSpPr txBox="1"/>
          <p:nvPr/>
        </p:nvSpPr>
        <p:spPr>
          <a:xfrm>
            <a:off x="3394800" y="1652778"/>
            <a:ext cx="2359200" cy="269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300" u="none" cap="none" strike="noStrike">
                <a:solidFill>
                  <a:srgbClr val="102D54"/>
                </a:solidFill>
                <a:latin typeface="Arial"/>
                <a:ea typeface="Arial"/>
                <a:cs typeface="Arial"/>
                <a:sym typeface="Arial"/>
              </a:rPr>
              <a:t>Identify the Systems</a:t>
            </a:r>
            <a:endParaRPr sz="1300"/>
          </a:p>
        </p:txBody>
      </p:sp>
      <p:sp>
        <p:nvSpPr>
          <p:cNvPr id="371" name="Google Shape;371;p51"/>
          <p:cNvSpPr txBox="1"/>
          <p:nvPr/>
        </p:nvSpPr>
        <p:spPr>
          <a:xfrm>
            <a:off x="3394800" y="2002536"/>
            <a:ext cx="2359200" cy="992700"/>
          </a:xfrm>
          <a:prstGeom prst="rect">
            <a:avLst/>
          </a:prstGeom>
          <a:solidFill>
            <a:srgbClr val="FCE5CD"/>
          </a:solid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200" u="none" cap="none" strike="noStrike">
                <a:solidFill>
                  <a:srgbClr val="191919"/>
                </a:solidFill>
                <a:latin typeface="Arial"/>
                <a:ea typeface="Arial"/>
                <a:cs typeface="Arial"/>
                <a:sym typeface="Arial"/>
              </a:rPr>
              <a:t>Review the hosts represented in the traffic to understand </a:t>
            </a:r>
            <a:r>
              <a:rPr b="0" i="0" lang="en" sz="1200" u="sng" cap="none" strike="noStrike">
                <a:solidFill>
                  <a:srgbClr val="191919"/>
                </a:solidFill>
                <a:latin typeface="Arial"/>
                <a:ea typeface="Arial"/>
                <a:cs typeface="Arial"/>
                <a:sym typeface="Arial"/>
              </a:rPr>
              <a:t>which systems are communicating </a:t>
            </a:r>
            <a:r>
              <a:rPr b="0" i="0" lang="en" sz="1200" u="none" cap="none" strike="noStrike">
                <a:solidFill>
                  <a:srgbClr val="191919"/>
                </a:solidFill>
                <a:latin typeface="Arial"/>
                <a:ea typeface="Arial"/>
                <a:cs typeface="Arial"/>
                <a:sym typeface="Arial"/>
              </a:rPr>
              <a:t>within the captured network segment</a:t>
            </a:r>
            <a:endParaRPr sz="1200"/>
          </a:p>
        </p:txBody>
      </p:sp>
      <p:sp>
        <p:nvSpPr>
          <p:cNvPr id="372" name="Google Shape;372;p51"/>
          <p:cNvSpPr/>
          <p:nvPr/>
        </p:nvSpPr>
        <p:spPr>
          <a:xfrm>
            <a:off x="6158648" y="1543050"/>
            <a:ext cx="2606109" cy="2297430"/>
          </a:xfrm>
          <a:prstGeom prst="roundRect">
            <a:avLst>
              <a:gd fmla="val 16667" name="adj"/>
            </a:avLst>
          </a:prstGeom>
          <a:solidFill>
            <a:srgbClr val="FCE5CD"/>
          </a:solidFill>
          <a:ln cap="flat" cmpd="sng" w="9525">
            <a:solidFill>
              <a:srgbClr val="DCE0E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3" name="Google Shape;373;p51"/>
          <p:cNvSpPr txBox="1"/>
          <p:nvPr/>
        </p:nvSpPr>
        <p:spPr>
          <a:xfrm>
            <a:off x="6282100" y="1652775"/>
            <a:ext cx="2482500" cy="269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300" u="none" cap="none" strike="noStrike">
                <a:solidFill>
                  <a:srgbClr val="102D54"/>
                </a:solidFill>
                <a:latin typeface="Arial"/>
                <a:ea typeface="Arial"/>
                <a:cs typeface="Arial"/>
                <a:sym typeface="Arial"/>
              </a:rPr>
              <a:t>Establish Investigation Scope</a:t>
            </a:r>
            <a:endParaRPr sz="1300"/>
          </a:p>
        </p:txBody>
      </p:sp>
      <p:sp>
        <p:nvSpPr>
          <p:cNvPr id="374" name="Google Shape;374;p51"/>
          <p:cNvSpPr txBox="1"/>
          <p:nvPr/>
        </p:nvSpPr>
        <p:spPr>
          <a:xfrm>
            <a:off x="6282095" y="2002536"/>
            <a:ext cx="2359200" cy="808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200" u="none" cap="none" strike="noStrike">
                <a:solidFill>
                  <a:srgbClr val="191919"/>
                </a:solidFill>
                <a:latin typeface="Arial"/>
                <a:ea typeface="Arial"/>
                <a:cs typeface="Arial"/>
                <a:sym typeface="Arial"/>
              </a:rPr>
              <a:t>Confirm that the relevant </a:t>
            </a:r>
            <a:r>
              <a:rPr b="0" i="0" lang="en" sz="1200" u="sng" cap="none" strike="noStrike">
                <a:solidFill>
                  <a:srgbClr val="191919"/>
                </a:solidFill>
                <a:latin typeface="Arial"/>
                <a:ea typeface="Arial"/>
                <a:cs typeface="Arial"/>
                <a:sym typeface="Arial"/>
              </a:rPr>
              <a:t>timeframe and systems are present </a:t>
            </a:r>
            <a:r>
              <a:rPr b="0" i="0" lang="en" sz="1200" u="none" cap="none" strike="noStrike">
                <a:solidFill>
                  <a:srgbClr val="191919"/>
                </a:solidFill>
                <a:latin typeface="Arial"/>
                <a:ea typeface="Arial"/>
                <a:cs typeface="Arial"/>
                <a:sym typeface="Arial"/>
              </a:rPr>
              <a:t>before spending time applying more specific filters</a:t>
            </a:r>
            <a:endParaRPr sz="1200"/>
          </a:p>
        </p:txBody>
      </p:sp>
      <p:sp>
        <p:nvSpPr>
          <p:cNvPr id="375" name="Google Shape;375;p51"/>
          <p:cNvSpPr txBox="1"/>
          <p:nvPr/>
        </p:nvSpPr>
        <p:spPr>
          <a:xfrm>
            <a:off x="377200" y="4354830"/>
            <a:ext cx="1028727" cy="2057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900" u="none" cap="none" strike="noStrike">
                <a:solidFill>
                  <a:srgbClr val="102D54"/>
                </a:solidFill>
                <a:latin typeface="Arial"/>
                <a:ea typeface="Arial"/>
                <a:cs typeface="Arial"/>
                <a:sym typeface="Arial"/>
              </a:rPr>
              <a:t>Key Takeaway:</a:t>
            </a:r>
            <a:endParaRPr sz="1100"/>
          </a:p>
        </p:txBody>
      </p:sp>
      <p:sp>
        <p:nvSpPr>
          <p:cNvPr id="376" name="Google Shape;376;p51"/>
          <p:cNvSpPr txBox="1"/>
          <p:nvPr/>
        </p:nvSpPr>
        <p:spPr>
          <a:xfrm>
            <a:off x="1268764" y="4354830"/>
            <a:ext cx="7406837"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900" u="none" cap="none" strike="noStrike">
                <a:solidFill>
                  <a:srgbClr val="191919"/>
                </a:solidFill>
                <a:latin typeface="Arial"/>
                <a:ea typeface="Arial"/>
                <a:cs typeface="Arial"/>
                <a:sym typeface="Arial"/>
              </a:rPr>
              <a:t>Understanding the scope of a PCAP first prevents an analyst from filtering in the wrong direction.</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B"/>
        </a:solidFill>
      </p:bgPr>
    </p:bg>
    <p:spTree>
      <p:nvGrpSpPr>
        <p:cNvPr id="381" name="Shape 381"/>
        <p:cNvGrpSpPr/>
        <p:nvPr/>
      </p:nvGrpSpPr>
      <p:grpSpPr>
        <a:xfrm>
          <a:off x="0" y="0"/>
          <a:ext cx="0" cy="0"/>
          <a:chOff x="0" y="0"/>
          <a:chExt cx="0" cy="0"/>
        </a:xfrm>
      </p:grpSpPr>
      <p:sp>
        <p:nvSpPr>
          <p:cNvPr id="382" name="Google Shape;382;p52"/>
          <p:cNvSpPr txBox="1"/>
          <p:nvPr/>
        </p:nvSpPr>
        <p:spPr>
          <a:xfrm>
            <a:off x="205745" y="171450"/>
            <a:ext cx="7544001"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000" u="none" cap="none" strike="noStrike">
                <a:solidFill>
                  <a:srgbClr val="102D54"/>
                </a:solidFill>
                <a:latin typeface="Arial"/>
                <a:ea typeface="Arial"/>
                <a:cs typeface="Arial"/>
                <a:sym typeface="Arial"/>
              </a:rPr>
              <a:t>Step 2: Filtering Toward the Alert</a:t>
            </a:r>
            <a:endParaRPr sz="1100"/>
          </a:p>
        </p:txBody>
      </p:sp>
      <p:sp>
        <p:nvSpPr>
          <p:cNvPr id="383" name="Google Shape;383;p52"/>
          <p:cNvSpPr txBox="1"/>
          <p:nvPr/>
        </p:nvSpPr>
        <p:spPr>
          <a:xfrm>
            <a:off x="205745" y="534924"/>
            <a:ext cx="6858183"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100" u="none" cap="none" strike="noStrike">
                <a:solidFill>
                  <a:srgbClr val="191919"/>
                </a:solidFill>
                <a:latin typeface="Arial"/>
                <a:ea typeface="Arial"/>
                <a:cs typeface="Arial"/>
                <a:sym typeface="Arial"/>
              </a:rPr>
              <a:t>Turning a full day of traffic into a manageable investigation</a:t>
            </a:r>
            <a:endParaRPr sz="1100"/>
          </a:p>
        </p:txBody>
      </p:sp>
      <p:sp>
        <p:nvSpPr>
          <p:cNvPr id="384" name="Google Shape;384;p52"/>
          <p:cNvSpPr txBox="1"/>
          <p:nvPr/>
        </p:nvSpPr>
        <p:spPr>
          <a:xfrm>
            <a:off x="8709892" y="171450"/>
            <a:ext cx="205745" cy="17145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600" u="none" cap="none" strike="noStrike">
                <a:solidFill>
                  <a:srgbClr val="859752"/>
                </a:solidFill>
                <a:latin typeface="Arial"/>
                <a:ea typeface="Arial"/>
                <a:cs typeface="Arial"/>
                <a:sym typeface="Arial"/>
              </a:rPr>
              <a:t>3</a:t>
            </a:r>
            <a:endParaRPr sz="1100"/>
          </a:p>
        </p:txBody>
      </p:sp>
      <p:sp>
        <p:nvSpPr>
          <p:cNvPr id="385" name="Google Shape;385;p52"/>
          <p:cNvSpPr txBox="1"/>
          <p:nvPr/>
        </p:nvSpPr>
        <p:spPr>
          <a:xfrm>
            <a:off x="377200" y="925830"/>
            <a:ext cx="82299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200" u="none" cap="none" strike="noStrike">
                <a:solidFill>
                  <a:srgbClr val="191919"/>
                </a:solidFill>
                <a:latin typeface="Arial"/>
                <a:ea typeface="Arial"/>
                <a:cs typeface="Arial"/>
                <a:sym typeface="Arial"/>
              </a:rPr>
              <a:t>•  The analyst filtered the PCAP to the specific workstation and timeframe identified in the original alert</a:t>
            </a:r>
            <a:endParaRPr sz="1100"/>
          </a:p>
        </p:txBody>
      </p:sp>
      <p:sp>
        <p:nvSpPr>
          <p:cNvPr id="386" name="Google Shape;386;p52"/>
          <p:cNvSpPr/>
          <p:nvPr/>
        </p:nvSpPr>
        <p:spPr>
          <a:xfrm>
            <a:off x="377200" y="1543050"/>
            <a:ext cx="2366073" cy="2263140"/>
          </a:xfrm>
          <a:prstGeom prst="roundRect">
            <a:avLst>
              <a:gd fmla="val 16667" name="adj"/>
            </a:avLst>
          </a:prstGeom>
          <a:solidFill>
            <a:srgbClr val="FFF2CC"/>
          </a:solidFill>
          <a:ln cap="flat" cmpd="sng" w="9525">
            <a:solidFill>
              <a:srgbClr val="DCE0E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87" name="Google Shape;387;p52"/>
          <p:cNvSpPr txBox="1"/>
          <p:nvPr/>
        </p:nvSpPr>
        <p:spPr>
          <a:xfrm>
            <a:off x="500647" y="1652778"/>
            <a:ext cx="2119200" cy="269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300" u="none" cap="none" strike="noStrike">
                <a:solidFill>
                  <a:srgbClr val="102D54"/>
                </a:solidFill>
                <a:latin typeface="Arial"/>
                <a:ea typeface="Arial"/>
                <a:cs typeface="Arial"/>
                <a:sym typeface="Arial"/>
              </a:rPr>
              <a:t>1  Start Broad</a:t>
            </a:r>
            <a:endParaRPr sz="1300"/>
          </a:p>
        </p:txBody>
      </p:sp>
      <p:sp>
        <p:nvSpPr>
          <p:cNvPr id="388" name="Google Shape;388;p52"/>
          <p:cNvSpPr txBox="1"/>
          <p:nvPr/>
        </p:nvSpPr>
        <p:spPr>
          <a:xfrm>
            <a:off x="500647" y="2002536"/>
            <a:ext cx="2119200" cy="623400"/>
          </a:xfrm>
          <a:prstGeom prst="rect">
            <a:avLst/>
          </a:prstGeom>
          <a:solidFill>
            <a:srgbClr val="FFF2CC"/>
          </a:solid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200" u="none" cap="none" strike="noStrike">
                <a:solidFill>
                  <a:srgbClr val="191919"/>
                </a:solidFill>
                <a:latin typeface="Arial"/>
                <a:ea typeface="Arial"/>
                <a:cs typeface="Arial"/>
                <a:sym typeface="Arial"/>
              </a:rPr>
              <a:t>Begin with the full day of branch network traffic contained in the PCAP</a:t>
            </a:r>
            <a:endParaRPr sz="1200"/>
          </a:p>
        </p:txBody>
      </p:sp>
      <p:sp>
        <p:nvSpPr>
          <p:cNvPr id="389" name="Google Shape;389;p52"/>
          <p:cNvSpPr/>
          <p:nvPr/>
        </p:nvSpPr>
        <p:spPr>
          <a:xfrm>
            <a:off x="3394800" y="1543050"/>
            <a:ext cx="2366073" cy="2263140"/>
          </a:xfrm>
          <a:prstGeom prst="roundRect">
            <a:avLst>
              <a:gd fmla="val 16667" name="adj"/>
            </a:avLst>
          </a:prstGeom>
          <a:solidFill>
            <a:srgbClr val="FFF2CC"/>
          </a:solidFill>
          <a:ln cap="flat" cmpd="sng" w="9525">
            <a:solidFill>
              <a:srgbClr val="DCE0E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90" name="Google Shape;390;p52"/>
          <p:cNvSpPr txBox="1"/>
          <p:nvPr/>
        </p:nvSpPr>
        <p:spPr>
          <a:xfrm>
            <a:off x="3518248" y="1652778"/>
            <a:ext cx="2119200" cy="269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300" u="none" cap="none" strike="noStrike">
                <a:solidFill>
                  <a:srgbClr val="102D54"/>
                </a:solidFill>
                <a:latin typeface="Arial"/>
                <a:ea typeface="Arial"/>
                <a:cs typeface="Arial"/>
                <a:sym typeface="Arial"/>
              </a:rPr>
              <a:t>2  Apply Context</a:t>
            </a:r>
            <a:endParaRPr sz="1300"/>
          </a:p>
        </p:txBody>
      </p:sp>
      <p:sp>
        <p:nvSpPr>
          <p:cNvPr id="391" name="Google Shape;391;p52"/>
          <p:cNvSpPr txBox="1"/>
          <p:nvPr/>
        </p:nvSpPr>
        <p:spPr>
          <a:xfrm>
            <a:off x="3518248" y="2002536"/>
            <a:ext cx="2119200" cy="623400"/>
          </a:xfrm>
          <a:prstGeom prst="rect">
            <a:avLst/>
          </a:prstGeom>
          <a:solidFill>
            <a:srgbClr val="FFF2CC"/>
          </a:solid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200" u="sng" cap="none" strike="noStrike">
                <a:solidFill>
                  <a:srgbClr val="191919"/>
                </a:solidFill>
                <a:latin typeface="Arial"/>
                <a:ea typeface="Arial"/>
                <a:cs typeface="Arial"/>
                <a:sym typeface="Arial"/>
              </a:rPr>
              <a:t>Use the alert details to filter </a:t>
            </a:r>
            <a:r>
              <a:rPr b="0" i="0" lang="en" sz="1200" u="none" cap="none" strike="noStrike">
                <a:solidFill>
                  <a:srgbClr val="191919"/>
                </a:solidFill>
                <a:latin typeface="Arial"/>
                <a:ea typeface="Arial"/>
                <a:cs typeface="Arial"/>
                <a:sym typeface="Arial"/>
              </a:rPr>
              <a:t>by the relevant workstation and timeframe</a:t>
            </a:r>
            <a:endParaRPr sz="1200"/>
          </a:p>
        </p:txBody>
      </p:sp>
      <p:sp>
        <p:nvSpPr>
          <p:cNvPr id="392" name="Google Shape;392;p52"/>
          <p:cNvSpPr/>
          <p:nvPr/>
        </p:nvSpPr>
        <p:spPr>
          <a:xfrm>
            <a:off x="6412401" y="1543050"/>
            <a:ext cx="2366073" cy="2263140"/>
          </a:xfrm>
          <a:prstGeom prst="roundRect">
            <a:avLst>
              <a:gd fmla="val 16667" name="adj"/>
            </a:avLst>
          </a:prstGeom>
          <a:solidFill>
            <a:srgbClr val="FFF2CC"/>
          </a:solidFill>
          <a:ln cap="flat" cmpd="sng" w="9525">
            <a:solidFill>
              <a:srgbClr val="DCE0E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93" name="Google Shape;393;p52"/>
          <p:cNvSpPr txBox="1"/>
          <p:nvPr/>
        </p:nvSpPr>
        <p:spPr>
          <a:xfrm>
            <a:off x="6535848" y="1652778"/>
            <a:ext cx="2119200" cy="269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300" u="none" cap="none" strike="noStrike">
                <a:solidFill>
                  <a:srgbClr val="102D54"/>
                </a:solidFill>
                <a:latin typeface="Arial"/>
                <a:ea typeface="Arial"/>
                <a:cs typeface="Arial"/>
                <a:sym typeface="Arial"/>
              </a:rPr>
              <a:t>3  Review Evidence</a:t>
            </a:r>
            <a:endParaRPr sz="1300"/>
          </a:p>
        </p:txBody>
      </p:sp>
      <p:sp>
        <p:nvSpPr>
          <p:cNvPr id="394" name="Google Shape;394;p52"/>
          <p:cNvSpPr txBox="1"/>
          <p:nvPr/>
        </p:nvSpPr>
        <p:spPr>
          <a:xfrm>
            <a:off x="6535848" y="2002536"/>
            <a:ext cx="2119200" cy="623400"/>
          </a:xfrm>
          <a:prstGeom prst="rect">
            <a:avLst/>
          </a:prstGeom>
          <a:solidFill>
            <a:srgbClr val="FFF2CC"/>
          </a:solid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200" u="none" cap="none" strike="noStrike">
                <a:solidFill>
                  <a:srgbClr val="191919"/>
                </a:solidFill>
                <a:latin typeface="Arial"/>
                <a:ea typeface="Arial"/>
                <a:cs typeface="Arial"/>
                <a:sym typeface="Arial"/>
              </a:rPr>
              <a:t>Analyze the smaller set of packets that directly relates to the security alert</a:t>
            </a:r>
            <a:endParaRPr sz="1200"/>
          </a:p>
        </p:txBody>
      </p:sp>
      <p:sp>
        <p:nvSpPr>
          <p:cNvPr id="395" name="Google Shape;395;p52"/>
          <p:cNvSpPr/>
          <p:nvPr/>
        </p:nvSpPr>
        <p:spPr>
          <a:xfrm>
            <a:off x="2866720" y="2414016"/>
            <a:ext cx="377200" cy="246888"/>
          </a:xfrm>
          <a:prstGeom prst="rightArrow">
            <a:avLst>
              <a:gd fmla="val 50000" name="adj1"/>
              <a:gd fmla="val 50000" name="adj2"/>
            </a:avLst>
          </a:prstGeom>
          <a:solidFill>
            <a:srgbClr val="FFF2CC"/>
          </a:solidFill>
          <a:ln cap="flat" cmpd="sng" w="9525">
            <a:solidFill>
              <a:srgbClr val="102D5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96" name="Google Shape;396;p52"/>
          <p:cNvSpPr/>
          <p:nvPr/>
        </p:nvSpPr>
        <p:spPr>
          <a:xfrm>
            <a:off x="5884321" y="2414016"/>
            <a:ext cx="377200" cy="246888"/>
          </a:xfrm>
          <a:prstGeom prst="rightArrow">
            <a:avLst>
              <a:gd fmla="val 50000" name="adj1"/>
              <a:gd fmla="val 50000" name="adj2"/>
            </a:avLst>
          </a:prstGeom>
          <a:solidFill>
            <a:srgbClr val="FFF2CC"/>
          </a:solidFill>
          <a:ln cap="flat" cmpd="sng" w="9525">
            <a:solidFill>
              <a:srgbClr val="102D54"/>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97" name="Google Shape;397;p52"/>
          <p:cNvSpPr txBox="1"/>
          <p:nvPr/>
        </p:nvSpPr>
        <p:spPr>
          <a:xfrm>
            <a:off x="377200" y="4354830"/>
            <a:ext cx="1028727" cy="2057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900" u="none" cap="none" strike="noStrike">
                <a:solidFill>
                  <a:srgbClr val="102D54"/>
                </a:solidFill>
                <a:latin typeface="Arial"/>
                <a:ea typeface="Arial"/>
                <a:cs typeface="Arial"/>
                <a:sym typeface="Arial"/>
              </a:rPr>
              <a:t>Key Takeaway:</a:t>
            </a:r>
            <a:endParaRPr sz="1100"/>
          </a:p>
        </p:txBody>
      </p:sp>
      <p:sp>
        <p:nvSpPr>
          <p:cNvPr id="398" name="Google Shape;398;p52"/>
          <p:cNvSpPr txBox="1"/>
          <p:nvPr/>
        </p:nvSpPr>
        <p:spPr>
          <a:xfrm>
            <a:off x="1268764" y="4354830"/>
            <a:ext cx="7406837"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900" u="none" cap="none" strike="noStrike">
                <a:solidFill>
                  <a:srgbClr val="191919"/>
                </a:solidFill>
                <a:latin typeface="Arial"/>
                <a:ea typeface="Arial"/>
                <a:cs typeface="Arial"/>
                <a:sym typeface="Arial"/>
              </a:rPr>
              <a:t>Effective filtering turns a large packet capture into a focused dataset directly connected to the security alert.</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B"/>
        </a:solidFill>
      </p:bgPr>
    </p:bg>
    <p:spTree>
      <p:nvGrpSpPr>
        <p:cNvPr id="403" name="Shape 403"/>
        <p:cNvGrpSpPr/>
        <p:nvPr/>
      </p:nvGrpSpPr>
      <p:grpSpPr>
        <a:xfrm>
          <a:off x="0" y="0"/>
          <a:ext cx="0" cy="0"/>
          <a:chOff x="0" y="0"/>
          <a:chExt cx="0" cy="0"/>
        </a:xfrm>
      </p:grpSpPr>
      <p:sp>
        <p:nvSpPr>
          <p:cNvPr id="404" name="Google Shape;404;p53"/>
          <p:cNvSpPr txBox="1"/>
          <p:nvPr/>
        </p:nvSpPr>
        <p:spPr>
          <a:xfrm>
            <a:off x="205745" y="171450"/>
            <a:ext cx="7544001"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000" u="none" cap="none" strike="noStrike">
                <a:solidFill>
                  <a:srgbClr val="102D54"/>
                </a:solidFill>
                <a:latin typeface="Arial"/>
                <a:ea typeface="Arial"/>
                <a:cs typeface="Arial"/>
                <a:sym typeface="Arial"/>
              </a:rPr>
              <a:t>The Conclusion</a:t>
            </a:r>
            <a:r>
              <a:rPr b="1" i="0" lang="en" sz="2000" u="none" cap="none" strike="noStrike">
                <a:solidFill>
                  <a:srgbClr val="102D54"/>
                </a:solidFill>
                <a:latin typeface="Arial"/>
                <a:ea typeface="Arial"/>
                <a:cs typeface="Arial"/>
                <a:sym typeface="Arial"/>
              </a:rPr>
              <a:t>: </a:t>
            </a:r>
            <a:r>
              <a:rPr b="1" lang="en" sz="2000">
                <a:solidFill>
                  <a:srgbClr val="102D54"/>
                </a:solidFill>
              </a:rPr>
              <a:t>What</a:t>
            </a:r>
            <a:r>
              <a:rPr b="1" i="0" lang="en" sz="2000" u="none" cap="none" strike="noStrike">
                <a:solidFill>
                  <a:srgbClr val="102D54"/>
                </a:solidFill>
                <a:latin typeface="Arial"/>
                <a:ea typeface="Arial"/>
                <a:cs typeface="Arial"/>
                <a:sym typeface="Arial"/>
              </a:rPr>
              <a:t> </a:t>
            </a:r>
            <a:r>
              <a:rPr b="1" lang="en" sz="2000">
                <a:solidFill>
                  <a:srgbClr val="102D54"/>
                </a:solidFill>
              </a:rPr>
              <a:t>Happened</a:t>
            </a:r>
            <a:endParaRPr sz="1100"/>
          </a:p>
        </p:txBody>
      </p:sp>
      <p:sp>
        <p:nvSpPr>
          <p:cNvPr id="405" name="Google Shape;405;p53"/>
          <p:cNvSpPr txBox="1"/>
          <p:nvPr/>
        </p:nvSpPr>
        <p:spPr>
          <a:xfrm>
            <a:off x="205745" y="534924"/>
            <a:ext cx="6858183"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100" u="none" cap="none" strike="noStrike">
                <a:solidFill>
                  <a:srgbClr val="191919"/>
                </a:solidFill>
                <a:latin typeface="Arial"/>
                <a:ea typeface="Arial"/>
                <a:cs typeface="Arial"/>
                <a:sym typeface="Arial"/>
              </a:rPr>
              <a:t>Packet evidence determines what actually happened</a:t>
            </a:r>
            <a:endParaRPr sz="1100"/>
          </a:p>
        </p:txBody>
      </p:sp>
      <p:sp>
        <p:nvSpPr>
          <p:cNvPr id="406" name="Google Shape;406;p53"/>
          <p:cNvSpPr txBox="1"/>
          <p:nvPr/>
        </p:nvSpPr>
        <p:spPr>
          <a:xfrm>
            <a:off x="8709892" y="171450"/>
            <a:ext cx="205745" cy="17145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 sz="600" u="none" cap="none" strike="noStrike">
                <a:solidFill>
                  <a:srgbClr val="859752"/>
                </a:solidFill>
                <a:latin typeface="Arial"/>
                <a:ea typeface="Arial"/>
                <a:cs typeface="Arial"/>
                <a:sym typeface="Arial"/>
              </a:rPr>
              <a:t>4</a:t>
            </a:r>
            <a:endParaRPr sz="1100"/>
          </a:p>
        </p:txBody>
      </p:sp>
      <p:sp>
        <p:nvSpPr>
          <p:cNvPr id="407" name="Google Shape;407;p53"/>
          <p:cNvSpPr txBox="1"/>
          <p:nvPr/>
        </p:nvSpPr>
        <p:spPr>
          <a:xfrm>
            <a:off x="377200" y="925830"/>
            <a:ext cx="8229900" cy="43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200" u="none" cap="none" strike="noStrike">
                <a:solidFill>
                  <a:srgbClr val="191919"/>
                </a:solidFill>
                <a:latin typeface="Arial"/>
                <a:ea typeface="Arial"/>
                <a:cs typeface="Arial"/>
                <a:sym typeface="Arial"/>
              </a:rPr>
              <a:t>•  </a:t>
            </a:r>
            <a:r>
              <a:rPr b="0" i="0" lang="en" sz="1200" u="sng" cap="none" strike="noStrike">
                <a:solidFill>
                  <a:srgbClr val="191919"/>
                </a:solidFill>
                <a:latin typeface="Arial"/>
                <a:ea typeface="Arial"/>
                <a:cs typeface="Arial"/>
                <a:sym typeface="Arial"/>
              </a:rPr>
              <a:t>Analysis of the filtered traffic showed that the alert was a false positive</a:t>
            </a:r>
            <a:r>
              <a:rPr b="0" i="0" lang="en" sz="1200" u="none" cap="none" strike="noStrike">
                <a:solidFill>
                  <a:srgbClr val="191919"/>
                </a:solidFill>
                <a:latin typeface="Arial"/>
                <a:ea typeface="Arial"/>
                <a:cs typeface="Arial"/>
                <a:sym typeface="Arial"/>
              </a:rPr>
              <a:t> caused by a scheduled backup job rather than malicious activity</a:t>
            </a:r>
            <a:endParaRPr sz="1100"/>
          </a:p>
        </p:txBody>
      </p:sp>
      <p:sp>
        <p:nvSpPr>
          <p:cNvPr id="408" name="Google Shape;408;p53"/>
          <p:cNvSpPr/>
          <p:nvPr/>
        </p:nvSpPr>
        <p:spPr>
          <a:xfrm>
            <a:off x="377200" y="1543050"/>
            <a:ext cx="2606109" cy="2297430"/>
          </a:xfrm>
          <a:prstGeom prst="roundRect">
            <a:avLst>
              <a:gd fmla="val 16667" name="adj"/>
            </a:avLst>
          </a:prstGeom>
          <a:solidFill>
            <a:srgbClr val="D9EAD3"/>
          </a:solidFill>
          <a:ln cap="flat" cmpd="sng" w="9525">
            <a:solidFill>
              <a:srgbClr val="DCE0E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09" name="Google Shape;409;p53"/>
          <p:cNvSpPr txBox="1"/>
          <p:nvPr/>
        </p:nvSpPr>
        <p:spPr>
          <a:xfrm>
            <a:off x="500647" y="1652778"/>
            <a:ext cx="2359200" cy="269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300" u="none" cap="none" strike="noStrike">
                <a:solidFill>
                  <a:srgbClr val="102D54"/>
                </a:solidFill>
                <a:latin typeface="Arial"/>
                <a:ea typeface="Arial"/>
                <a:cs typeface="Arial"/>
                <a:sym typeface="Arial"/>
              </a:rPr>
              <a:t>Alert</a:t>
            </a:r>
            <a:endParaRPr sz="1300"/>
          </a:p>
        </p:txBody>
      </p:sp>
      <p:sp>
        <p:nvSpPr>
          <p:cNvPr id="410" name="Google Shape;410;p53"/>
          <p:cNvSpPr txBox="1"/>
          <p:nvPr/>
        </p:nvSpPr>
        <p:spPr>
          <a:xfrm>
            <a:off x="500647" y="2002536"/>
            <a:ext cx="2359200" cy="623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200" u="none" cap="none" strike="noStrike">
                <a:solidFill>
                  <a:srgbClr val="191919"/>
                </a:solidFill>
                <a:latin typeface="Arial"/>
                <a:ea typeface="Arial"/>
                <a:cs typeface="Arial"/>
                <a:sym typeface="Arial"/>
              </a:rPr>
              <a:t>The initial security alert identified network activity that required investigation</a:t>
            </a:r>
            <a:endParaRPr sz="1200"/>
          </a:p>
        </p:txBody>
      </p:sp>
      <p:sp>
        <p:nvSpPr>
          <p:cNvPr id="411" name="Google Shape;411;p53"/>
          <p:cNvSpPr/>
          <p:nvPr/>
        </p:nvSpPr>
        <p:spPr>
          <a:xfrm>
            <a:off x="3271353" y="1543050"/>
            <a:ext cx="2606109" cy="2297430"/>
          </a:xfrm>
          <a:prstGeom prst="roundRect">
            <a:avLst>
              <a:gd fmla="val 16667" name="adj"/>
            </a:avLst>
          </a:prstGeom>
          <a:solidFill>
            <a:srgbClr val="D9EAD3"/>
          </a:solidFill>
          <a:ln cap="flat" cmpd="sng" w="9525">
            <a:solidFill>
              <a:srgbClr val="DCE0E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12" name="Google Shape;412;p53"/>
          <p:cNvSpPr txBox="1"/>
          <p:nvPr/>
        </p:nvSpPr>
        <p:spPr>
          <a:xfrm>
            <a:off x="3394800" y="1652778"/>
            <a:ext cx="2359200" cy="269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300" u="none" cap="none" strike="noStrike">
                <a:solidFill>
                  <a:srgbClr val="102D54"/>
                </a:solidFill>
                <a:latin typeface="Arial"/>
                <a:ea typeface="Arial"/>
                <a:cs typeface="Arial"/>
                <a:sym typeface="Arial"/>
              </a:rPr>
              <a:t>Verification</a:t>
            </a:r>
            <a:endParaRPr sz="1300"/>
          </a:p>
        </p:txBody>
      </p:sp>
      <p:sp>
        <p:nvSpPr>
          <p:cNvPr id="413" name="Google Shape;413;p53"/>
          <p:cNvSpPr txBox="1"/>
          <p:nvPr/>
        </p:nvSpPr>
        <p:spPr>
          <a:xfrm>
            <a:off x="3394800" y="2002536"/>
            <a:ext cx="2359200" cy="808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200" u="none" cap="none" strike="noStrike">
                <a:solidFill>
                  <a:srgbClr val="191919"/>
                </a:solidFill>
                <a:latin typeface="Arial"/>
                <a:ea typeface="Arial"/>
                <a:cs typeface="Arial"/>
                <a:sym typeface="Arial"/>
              </a:rPr>
              <a:t>The analyst used the PCAP to examine the actual network traffic associated with the workstation and timeframe</a:t>
            </a:r>
            <a:endParaRPr sz="1200"/>
          </a:p>
        </p:txBody>
      </p:sp>
      <p:sp>
        <p:nvSpPr>
          <p:cNvPr id="414" name="Google Shape;414;p53"/>
          <p:cNvSpPr/>
          <p:nvPr/>
        </p:nvSpPr>
        <p:spPr>
          <a:xfrm>
            <a:off x="6158648" y="1543050"/>
            <a:ext cx="2606109" cy="2297430"/>
          </a:xfrm>
          <a:prstGeom prst="roundRect">
            <a:avLst>
              <a:gd fmla="val 16667" name="adj"/>
            </a:avLst>
          </a:prstGeom>
          <a:solidFill>
            <a:srgbClr val="D9EAD3"/>
          </a:solidFill>
          <a:ln cap="flat" cmpd="sng" w="9525">
            <a:solidFill>
              <a:srgbClr val="DCE0E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15" name="Google Shape;415;p53"/>
          <p:cNvSpPr txBox="1"/>
          <p:nvPr/>
        </p:nvSpPr>
        <p:spPr>
          <a:xfrm>
            <a:off x="6282095" y="1652778"/>
            <a:ext cx="2359200" cy="269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300" u="none" cap="none" strike="noStrike">
                <a:solidFill>
                  <a:srgbClr val="102D54"/>
                </a:solidFill>
                <a:latin typeface="Arial"/>
                <a:ea typeface="Arial"/>
                <a:cs typeface="Arial"/>
                <a:sym typeface="Arial"/>
              </a:rPr>
              <a:t>Resolution</a:t>
            </a:r>
            <a:endParaRPr sz="1300"/>
          </a:p>
        </p:txBody>
      </p:sp>
      <p:sp>
        <p:nvSpPr>
          <p:cNvPr id="416" name="Google Shape;416;p53"/>
          <p:cNvSpPr txBox="1"/>
          <p:nvPr/>
        </p:nvSpPr>
        <p:spPr>
          <a:xfrm>
            <a:off x="6282095" y="2002536"/>
            <a:ext cx="2359200" cy="808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1200" u="none" cap="none" strike="noStrike">
                <a:solidFill>
                  <a:srgbClr val="191919"/>
                </a:solidFill>
                <a:latin typeface="Arial"/>
                <a:ea typeface="Arial"/>
                <a:cs typeface="Arial"/>
                <a:sym typeface="Arial"/>
              </a:rPr>
              <a:t>The packet evidence showed that the behavior came from a legitimate scheduled backup rather than an attack</a:t>
            </a:r>
            <a:endParaRPr sz="1200"/>
          </a:p>
        </p:txBody>
      </p:sp>
      <p:sp>
        <p:nvSpPr>
          <p:cNvPr id="417" name="Google Shape;417;p53"/>
          <p:cNvSpPr txBox="1"/>
          <p:nvPr/>
        </p:nvSpPr>
        <p:spPr>
          <a:xfrm>
            <a:off x="377200" y="4354830"/>
            <a:ext cx="1028727" cy="2057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900" u="none" cap="none" strike="noStrike">
                <a:solidFill>
                  <a:srgbClr val="102D54"/>
                </a:solidFill>
                <a:latin typeface="Arial"/>
                <a:ea typeface="Arial"/>
                <a:cs typeface="Arial"/>
                <a:sym typeface="Arial"/>
              </a:rPr>
              <a:t>Key Takeaway:</a:t>
            </a:r>
            <a:endParaRPr sz="1100"/>
          </a:p>
        </p:txBody>
      </p:sp>
      <p:sp>
        <p:nvSpPr>
          <p:cNvPr id="418" name="Google Shape;418;p53"/>
          <p:cNvSpPr txBox="1"/>
          <p:nvPr/>
        </p:nvSpPr>
        <p:spPr>
          <a:xfrm>
            <a:off x="1268764" y="4354830"/>
            <a:ext cx="7406837"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 sz="900" u="none" cap="none" strike="noStrike">
                <a:solidFill>
                  <a:srgbClr val="191919"/>
                </a:solidFill>
                <a:latin typeface="Arial"/>
                <a:ea typeface="Arial"/>
                <a:cs typeface="Arial"/>
                <a:sym typeface="Arial"/>
              </a:rPr>
              <a:t>An alert tells an analyst where to investigate; packet data can provide the evidence needed to determine what actually occurred.</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name="Strategy Plan">
  <a:themeElements>
    <a:clrScheme name="Simple Light">
      <a:dk1>
        <a:srgbClr val="FFFFFF"/>
      </a:dk1>
      <a:lt1>
        <a:srgbClr val="000000"/>
      </a:lt1>
      <a:dk2>
        <a:srgbClr val="999999"/>
      </a:dk2>
      <a:lt2>
        <a:srgbClr val="FFECD1"/>
      </a:lt2>
      <a:accent1>
        <a:srgbClr val="AC6600"/>
      </a:accent1>
      <a:accent2>
        <a:srgbClr val="5E7F00"/>
      </a:accent2>
      <a:accent3>
        <a:srgbClr val="2322EF"/>
      </a:accent3>
      <a:accent4>
        <a:srgbClr val="DDDDFF"/>
      </a:accent4>
      <a:accent5>
        <a:srgbClr val="EFEFEF"/>
      </a:accent5>
      <a:accent6>
        <a:srgbClr val="F7FEEB"/>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